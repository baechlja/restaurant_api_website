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8" r:id="rId6"/>
    <p:sldId id="264" r:id="rId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8D3"/>
    <a:srgbClr val="FF0069"/>
    <a:srgbClr val="FFD6CE"/>
    <a:srgbClr val="91292F"/>
    <a:srgbClr val="5859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6327"/>
  </p:normalViewPr>
  <p:slideViewPr>
    <p:cSldViewPr snapToGrid="0" snapToObjects="1">
      <p:cViewPr varScale="1">
        <p:scale>
          <a:sx n="114" d="100"/>
          <a:sy n="114" d="100"/>
        </p:scale>
        <p:origin x="4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si Bächle" userId="de9499050aa4da76" providerId="LiveId" clId="{3A9FE985-83E2-4DE2-865F-900417D0EE26}"/>
    <pc:docChg chg="modSld">
      <pc:chgData name="Jassi Bächle" userId="de9499050aa4da76" providerId="LiveId" clId="{3A9FE985-83E2-4DE2-865F-900417D0EE26}" dt="2021-12-07T11:58:43.096" v="23" actId="20577"/>
      <pc:docMkLst>
        <pc:docMk/>
      </pc:docMkLst>
      <pc:sldChg chg="modSp mod">
        <pc:chgData name="Jassi Bächle" userId="de9499050aa4da76" providerId="LiveId" clId="{3A9FE985-83E2-4DE2-865F-900417D0EE26}" dt="2021-12-07T11:58:43.096" v="23" actId="20577"/>
        <pc:sldMkLst>
          <pc:docMk/>
          <pc:sldMk cId="3803730342" sldId="268"/>
        </pc:sldMkLst>
        <pc:spChg chg="mod">
          <ac:chgData name="Jassi Bächle" userId="de9499050aa4da76" providerId="LiveId" clId="{3A9FE985-83E2-4DE2-865F-900417D0EE26}" dt="2021-12-07T11:58:43.096" v="23" actId="20577"/>
          <ac:spMkLst>
            <pc:docMk/>
            <pc:sldMk cId="3803730342" sldId="268"/>
            <ac:spMk id="3" creationId="{A1E3C762-77CF-084E-96EB-E2362C430036}"/>
          </ac:spMkLst>
        </pc:spChg>
      </pc:sldChg>
    </pc:docChg>
  </pc:docChgLst>
  <pc:docChgLst>
    <pc:chgData name="Jasmin Baechle" userId="b8fdc04e-94c6-4110-ab30-f87698c12aff" providerId="ADAL" clId="{FCAEDEC1-B813-4798-8FA8-DD74A1ECC773}"/>
    <pc:docChg chg="custSel addSld delSld modSld modMainMaster">
      <pc:chgData name="Jasmin Baechle" userId="b8fdc04e-94c6-4110-ab30-f87698c12aff" providerId="ADAL" clId="{FCAEDEC1-B813-4798-8FA8-DD74A1ECC773}" dt="2021-11-09T11:25:27.169" v="192"/>
      <pc:docMkLst>
        <pc:docMk/>
      </pc:docMkLst>
      <pc:sldChg chg="modSp">
        <pc:chgData name="Jasmin Baechle" userId="b8fdc04e-94c6-4110-ab30-f87698c12aff" providerId="ADAL" clId="{FCAEDEC1-B813-4798-8FA8-DD74A1ECC773}" dt="2021-11-09T11:24:03.755" v="159" actId="20577"/>
        <pc:sldMkLst>
          <pc:docMk/>
          <pc:sldMk cId="1531576243" sldId="257"/>
        </pc:sldMkLst>
        <pc:graphicFrameChg chg="mod">
          <ac:chgData name="Jasmin Baechle" userId="b8fdc04e-94c6-4110-ab30-f87698c12aff" providerId="ADAL" clId="{FCAEDEC1-B813-4798-8FA8-DD74A1ECC773}" dt="2021-11-09T11:24:03.755" v="159" actId="20577"/>
          <ac:graphicFrameMkLst>
            <pc:docMk/>
            <pc:sldMk cId="1531576243" sldId="257"/>
            <ac:graphicFrameMk id="10" creationId="{F9E30F89-1C98-A742-9257-E6ABFC5A0C9C}"/>
          </ac:graphicFrameMkLst>
        </pc:graphicFrameChg>
      </pc:sldChg>
      <pc:sldChg chg="modSp mod">
        <pc:chgData name="Jasmin Baechle" userId="b8fdc04e-94c6-4110-ab30-f87698c12aff" providerId="ADAL" clId="{FCAEDEC1-B813-4798-8FA8-DD74A1ECC773}" dt="2021-11-09T11:25:05.332" v="161" actId="20577"/>
        <pc:sldMkLst>
          <pc:docMk/>
          <pc:sldMk cId="102105303" sldId="262"/>
        </pc:sldMkLst>
        <pc:spChg chg="mod">
          <ac:chgData name="Jasmin Baechle" userId="b8fdc04e-94c6-4110-ab30-f87698c12aff" providerId="ADAL" clId="{FCAEDEC1-B813-4798-8FA8-DD74A1ECC773}" dt="2021-11-09T11:25:05.332" v="161" actId="20577"/>
          <ac:spMkLst>
            <pc:docMk/>
            <pc:sldMk cId="102105303" sldId="262"/>
            <ac:spMk id="3" creationId="{A1E3C762-77CF-084E-96EB-E2362C430036}"/>
          </ac:spMkLst>
        </pc:spChg>
      </pc:sldChg>
      <pc:sldChg chg="del">
        <pc:chgData name="Jasmin Baechle" userId="b8fdc04e-94c6-4110-ab30-f87698c12aff" providerId="ADAL" clId="{FCAEDEC1-B813-4798-8FA8-DD74A1ECC773}" dt="2021-11-09T11:23:52.586" v="158" actId="2696"/>
        <pc:sldMkLst>
          <pc:docMk/>
          <pc:sldMk cId="861550287" sldId="265"/>
        </pc:sldMkLst>
      </pc:sldChg>
      <pc:sldChg chg="modSp add mod">
        <pc:chgData name="Jasmin Baechle" userId="b8fdc04e-94c6-4110-ab30-f87698c12aff" providerId="ADAL" clId="{FCAEDEC1-B813-4798-8FA8-DD74A1ECC773}" dt="2021-11-09T10:25:20.453" v="156" actId="20577"/>
        <pc:sldMkLst>
          <pc:docMk/>
          <pc:sldMk cId="3314142611" sldId="267"/>
        </pc:sldMkLst>
        <pc:spChg chg="mod">
          <ac:chgData name="Jasmin Baechle" userId="b8fdc04e-94c6-4110-ab30-f87698c12aff" providerId="ADAL" clId="{FCAEDEC1-B813-4798-8FA8-DD74A1ECC773}" dt="2021-11-09T10:25:20.453" v="156" actId="20577"/>
          <ac:spMkLst>
            <pc:docMk/>
            <pc:sldMk cId="3314142611" sldId="267"/>
            <ac:spMk id="3" creationId="{A1E3C762-77CF-084E-96EB-E2362C430036}"/>
          </ac:spMkLst>
        </pc:spChg>
      </pc:sldChg>
      <pc:sldMasterChg chg="addSp modSp mod">
        <pc:chgData name="Jasmin Baechle" userId="b8fdc04e-94c6-4110-ab30-f87698c12aff" providerId="ADAL" clId="{FCAEDEC1-B813-4798-8FA8-DD74A1ECC773}" dt="2021-11-09T11:25:27.169" v="192"/>
        <pc:sldMasterMkLst>
          <pc:docMk/>
          <pc:sldMasterMk cId="2294922169" sldId="2147483648"/>
        </pc:sldMasterMkLst>
        <pc:spChg chg="add mod ord modVis">
          <ac:chgData name="Jasmin Baechle" userId="b8fdc04e-94c6-4110-ab30-f87698c12aff" providerId="ADAL" clId="{FCAEDEC1-B813-4798-8FA8-DD74A1ECC773}" dt="2021-11-09T11:25:27.169" v="192"/>
          <ac:spMkLst>
            <pc:docMk/>
            <pc:sldMasterMk cId="2294922169" sldId="2147483648"/>
            <ac:spMk id="7" creationId="{12BCDACA-5207-46A7-97B7-FEECE38C0F06}"/>
          </ac:spMkLst>
        </pc:sp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055634-8CE7-5C43-BEBD-85206A3DF30A}" type="doc">
      <dgm:prSet loTypeId="urn:microsoft.com/office/officeart/2005/8/layout/chevron1" loCatId="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GB"/>
        </a:p>
      </dgm:t>
    </dgm:pt>
    <dgm:pt modelId="{08DBF9A7-3F0E-4145-B375-DF6A949AD183}">
      <dgm:prSet phldrT="[Text]"/>
      <dgm:spPr/>
      <dgm:t>
        <a:bodyPr/>
        <a:lstStyle/>
        <a:p>
          <a:r>
            <a:rPr lang="en-GB" dirty="0" err="1"/>
            <a:t>Vorbereitung</a:t>
          </a:r>
          <a:r>
            <a:rPr lang="en-GB" dirty="0"/>
            <a:t> </a:t>
          </a:r>
        </a:p>
      </dgm:t>
    </dgm:pt>
    <dgm:pt modelId="{029E3A00-0FEB-3148-B68E-7C36A005C46D}" type="parTrans" cxnId="{62B7861F-09F4-FF41-86BE-A94FDCDE1609}">
      <dgm:prSet/>
      <dgm:spPr/>
      <dgm:t>
        <a:bodyPr/>
        <a:lstStyle/>
        <a:p>
          <a:endParaRPr lang="en-GB"/>
        </a:p>
      </dgm:t>
    </dgm:pt>
    <dgm:pt modelId="{4F7E1EAD-9351-C44F-B345-27D6B3043511}" type="sibTrans" cxnId="{62B7861F-09F4-FF41-86BE-A94FDCDE1609}">
      <dgm:prSet/>
      <dgm:spPr/>
      <dgm:t>
        <a:bodyPr/>
        <a:lstStyle/>
        <a:p>
          <a:endParaRPr lang="en-GB"/>
        </a:p>
      </dgm:t>
    </dgm:pt>
    <dgm:pt modelId="{77CD8D77-55AE-3C4A-AB5B-9DF0DEB161A3}">
      <dgm:prSet phldrT="[Text]"/>
      <dgm:spPr/>
      <dgm:t>
        <a:bodyPr/>
        <a:lstStyle/>
        <a:p>
          <a:r>
            <a:rPr lang="en-GB" dirty="0" err="1"/>
            <a:t>Initiierung</a:t>
          </a:r>
          <a:endParaRPr lang="en-GB" dirty="0"/>
        </a:p>
      </dgm:t>
    </dgm:pt>
    <dgm:pt modelId="{41DACB92-FBE1-FC4E-BC6F-78BE5CE3DFA5}" type="parTrans" cxnId="{C0F70553-AEBA-094C-B555-32E6B372BCE2}">
      <dgm:prSet/>
      <dgm:spPr/>
      <dgm:t>
        <a:bodyPr/>
        <a:lstStyle/>
        <a:p>
          <a:endParaRPr lang="en-GB"/>
        </a:p>
      </dgm:t>
    </dgm:pt>
    <dgm:pt modelId="{E405E093-6C17-404E-AC2B-2140D79CF009}" type="sibTrans" cxnId="{C0F70553-AEBA-094C-B555-32E6B372BCE2}">
      <dgm:prSet/>
      <dgm:spPr/>
      <dgm:t>
        <a:bodyPr/>
        <a:lstStyle/>
        <a:p>
          <a:endParaRPr lang="en-GB"/>
        </a:p>
      </dgm:t>
    </dgm:pt>
    <dgm:pt modelId="{B3450B58-9D3E-FA43-9FC5-E13CA80CCFB1}">
      <dgm:prSet phldrT="[Text]"/>
      <dgm:spPr/>
      <dgm:t>
        <a:bodyPr/>
        <a:lstStyle/>
        <a:p>
          <a:r>
            <a:rPr lang="en-GB" dirty="0" err="1"/>
            <a:t>Plannung</a:t>
          </a:r>
          <a:endParaRPr lang="en-GB" dirty="0"/>
        </a:p>
      </dgm:t>
    </dgm:pt>
    <dgm:pt modelId="{699F87B5-9B7F-924D-B42F-4FF1F5DED2D5}" type="parTrans" cxnId="{4F56E0CE-82E5-B74B-A19B-FEDD6236936E}">
      <dgm:prSet/>
      <dgm:spPr/>
      <dgm:t>
        <a:bodyPr/>
        <a:lstStyle/>
        <a:p>
          <a:endParaRPr lang="en-GB"/>
        </a:p>
      </dgm:t>
    </dgm:pt>
    <dgm:pt modelId="{43A34A81-2EFF-0146-9B93-A346564F359F}" type="sibTrans" cxnId="{4F56E0CE-82E5-B74B-A19B-FEDD6236936E}">
      <dgm:prSet/>
      <dgm:spPr/>
      <dgm:t>
        <a:bodyPr/>
        <a:lstStyle/>
        <a:p>
          <a:endParaRPr lang="en-GB"/>
        </a:p>
      </dgm:t>
    </dgm:pt>
    <dgm:pt modelId="{66458888-EA55-6A44-A807-B6270E6F7F45}">
      <dgm:prSet/>
      <dgm:spPr/>
      <dgm:t>
        <a:bodyPr/>
        <a:lstStyle/>
        <a:p>
          <a:r>
            <a:rPr lang="en-GB" dirty="0" err="1">
              <a:solidFill>
                <a:srgbClr val="FF0000"/>
              </a:solidFill>
            </a:rPr>
            <a:t>Steurung</a:t>
          </a:r>
          <a:r>
            <a:rPr lang="en-GB" dirty="0">
              <a:solidFill>
                <a:srgbClr val="FF0000"/>
              </a:solidFill>
            </a:rPr>
            <a:t> </a:t>
          </a:r>
        </a:p>
      </dgm:t>
    </dgm:pt>
    <dgm:pt modelId="{E8EBA432-3ABA-C54B-AFD8-A05807AD5180}" type="parTrans" cxnId="{0DA42B88-6C46-D54F-8C5A-E26F1A500F33}">
      <dgm:prSet/>
      <dgm:spPr/>
      <dgm:t>
        <a:bodyPr/>
        <a:lstStyle/>
        <a:p>
          <a:endParaRPr lang="en-GB"/>
        </a:p>
      </dgm:t>
    </dgm:pt>
    <dgm:pt modelId="{20AED11F-FF45-9F4F-BDE7-00E48BB8283F}" type="sibTrans" cxnId="{0DA42B88-6C46-D54F-8C5A-E26F1A500F33}">
      <dgm:prSet/>
      <dgm:spPr/>
      <dgm:t>
        <a:bodyPr/>
        <a:lstStyle/>
        <a:p>
          <a:endParaRPr lang="en-GB"/>
        </a:p>
      </dgm:t>
    </dgm:pt>
    <dgm:pt modelId="{60F1103C-DE11-2A46-963D-CB4F15EF6D05}">
      <dgm:prSet/>
      <dgm:spPr/>
      <dgm:t>
        <a:bodyPr/>
        <a:lstStyle/>
        <a:p>
          <a:r>
            <a:rPr lang="en-GB" dirty="0" err="1"/>
            <a:t>Abschluss</a:t>
          </a:r>
          <a:endParaRPr lang="en-GB" dirty="0"/>
        </a:p>
      </dgm:t>
    </dgm:pt>
    <dgm:pt modelId="{245DDF94-78C9-534D-85AF-3B21AA830B6D}" type="parTrans" cxnId="{3FDBB0D7-DF66-804A-9CD5-8AE38E68AFFE}">
      <dgm:prSet/>
      <dgm:spPr/>
      <dgm:t>
        <a:bodyPr/>
        <a:lstStyle/>
        <a:p>
          <a:endParaRPr lang="en-GB"/>
        </a:p>
      </dgm:t>
    </dgm:pt>
    <dgm:pt modelId="{9DD03F63-8224-6342-8D95-3E11AB650E6D}" type="sibTrans" cxnId="{3FDBB0D7-DF66-804A-9CD5-8AE38E68AFFE}">
      <dgm:prSet/>
      <dgm:spPr/>
      <dgm:t>
        <a:bodyPr/>
        <a:lstStyle/>
        <a:p>
          <a:endParaRPr lang="en-GB"/>
        </a:p>
      </dgm:t>
    </dgm:pt>
    <dgm:pt modelId="{A6A599EB-2569-CE42-A743-4F1EDD42084B}" type="pres">
      <dgm:prSet presAssocID="{5F055634-8CE7-5C43-BEBD-85206A3DF30A}" presName="Name0" presStyleCnt="0">
        <dgm:presLayoutVars>
          <dgm:dir/>
          <dgm:animLvl val="lvl"/>
          <dgm:resizeHandles val="exact"/>
        </dgm:presLayoutVars>
      </dgm:prSet>
      <dgm:spPr/>
    </dgm:pt>
    <dgm:pt modelId="{6405E485-6EBC-D648-BAD8-34E097CEC756}" type="pres">
      <dgm:prSet presAssocID="{08DBF9A7-3F0E-4145-B375-DF6A949AD183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1820500-D8A0-6547-8EF1-2BCE76704AE0}" type="pres">
      <dgm:prSet presAssocID="{4F7E1EAD-9351-C44F-B345-27D6B3043511}" presName="parTxOnlySpace" presStyleCnt="0"/>
      <dgm:spPr/>
    </dgm:pt>
    <dgm:pt modelId="{A2B5AEF1-2C7B-5044-B746-35E1F991408D}" type="pres">
      <dgm:prSet presAssocID="{77CD8D77-55AE-3C4A-AB5B-9DF0DEB161A3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F3874F05-A00E-B749-9E68-A279011F031C}" type="pres">
      <dgm:prSet presAssocID="{E405E093-6C17-404E-AC2B-2140D79CF009}" presName="parTxOnlySpace" presStyleCnt="0"/>
      <dgm:spPr/>
    </dgm:pt>
    <dgm:pt modelId="{EC4F5F97-41EC-0840-AE82-B8BCEF760DF4}" type="pres">
      <dgm:prSet presAssocID="{B3450B58-9D3E-FA43-9FC5-E13CA80CCFB1}" presName="parTxOnly" presStyleLbl="node1" presStyleIdx="2" presStyleCnt="5" custLinFactNeighborY="-8163">
        <dgm:presLayoutVars>
          <dgm:chMax val="0"/>
          <dgm:chPref val="0"/>
          <dgm:bulletEnabled val="1"/>
        </dgm:presLayoutVars>
      </dgm:prSet>
      <dgm:spPr/>
    </dgm:pt>
    <dgm:pt modelId="{6B2BB060-149D-8F47-8791-DA06BF658AE6}" type="pres">
      <dgm:prSet presAssocID="{43A34A81-2EFF-0146-9B93-A346564F359F}" presName="parTxOnlySpace" presStyleCnt="0"/>
      <dgm:spPr/>
    </dgm:pt>
    <dgm:pt modelId="{26CA4D62-E00A-8F45-9401-49E7AE5C47E9}" type="pres">
      <dgm:prSet presAssocID="{66458888-EA55-6A44-A807-B6270E6F7F45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3603B31B-976A-C64B-BE26-EDD7B0D11111}" type="pres">
      <dgm:prSet presAssocID="{20AED11F-FF45-9F4F-BDE7-00E48BB8283F}" presName="parTxOnlySpace" presStyleCnt="0"/>
      <dgm:spPr/>
    </dgm:pt>
    <dgm:pt modelId="{5E485D4A-74C8-9441-BA0E-C0B90E02E64C}" type="pres">
      <dgm:prSet presAssocID="{60F1103C-DE11-2A46-963D-CB4F15EF6D05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6F82E215-B54E-9A4B-BA6D-97FF40848A3C}" type="presOf" srcId="{77CD8D77-55AE-3C4A-AB5B-9DF0DEB161A3}" destId="{A2B5AEF1-2C7B-5044-B746-35E1F991408D}" srcOrd="0" destOrd="0" presId="urn:microsoft.com/office/officeart/2005/8/layout/chevron1"/>
    <dgm:cxn modelId="{62B7861F-09F4-FF41-86BE-A94FDCDE1609}" srcId="{5F055634-8CE7-5C43-BEBD-85206A3DF30A}" destId="{08DBF9A7-3F0E-4145-B375-DF6A949AD183}" srcOrd="0" destOrd="0" parTransId="{029E3A00-0FEB-3148-B68E-7C36A005C46D}" sibTransId="{4F7E1EAD-9351-C44F-B345-27D6B3043511}"/>
    <dgm:cxn modelId="{9044FE34-6EB2-4240-AFA6-2F70AE0B04A8}" type="presOf" srcId="{60F1103C-DE11-2A46-963D-CB4F15EF6D05}" destId="{5E485D4A-74C8-9441-BA0E-C0B90E02E64C}" srcOrd="0" destOrd="0" presId="urn:microsoft.com/office/officeart/2005/8/layout/chevron1"/>
    <dgm:cxn modelId="{326FE742-676B-B54C-9305-515020673180}" type="presOf" srcId="{5F055634-8CE7-5C43-BEBD-85206A3DF30A}" destId="{A6A599EB-2569-CE42-A743-4F1EDD42084B}" srcOrd="0" destOrd="0" presId="urn:microsoft.com/office/officeart/2005/8/layout/chevron1"/>
    <dgm:cxn modelId="{E616A56D-B125-EB4B-ADD7-794CC847F2FD}" type="presOf" srcId="{08DBF9A7-3F0E-4145-B375-DF6A949AD183}" destId="{6405E485-6EBC-D648-BAD8-34E097CEC756}" srcOrd="0" destOrd="0" presId="urn:microsoft.com/office/officeart/2005/8/layout/chevron1"/>
    <dgm:cxn modelId="{C0F70553-AEBA-094C-B555-32E6B372BCE2}" srcId="{5F055634-8CE7-5C43-BEBD-85206A3DF30A}" destId="{77CD8D77-55AE-3C4A-AB5B-9DF0DEB161A3}" srcOrd="1" destOrd="0" parTransId="{41DACB92-FBE1-FC4E-BC6F-78BE5CE3DFA5}" sibTransId="{E405E093-6C17-404E-AC2B-2140D79CF009}"/>
    <dgm:cxn modelId="{0DA42B88-6C46-D54F-8C5A-E26F1A500F33}" srcId="{5F055634-8CE7-5C43-BEBD-85206A3DF30A}" destId="{66458888-EA55-6A44-A807-B6270E6F7F45}" srcOrd="3" destOrd="0" parTransId="{E8EBA432-3ABA-C54B-AFD8-A05807AD5180}" sibTransId="{20AED11F-FF45-9F4F-BDE7-00E48BB8283F}"/>
    <dgm:cxn modelId="{4F56E0CE-82E5-B74B-A19B-FEDD6236936E}" srcId="{5F055634-8CE7-5C43-BEBD-85206A3DF30A}" destId="{B3450B58-9D3E-FA43-9FC5-E13CA80CCFB1}" srcOrd="2" destOrd="0" parTransId="{699F87B5-9B7F-924D-B42F-4FF1F5DED2D5}" sibTransId="{43A34A81-2EFF-0146-9B93-A346564F359F}"/>
    <dgm:cxn modelId="{CB382BD4-C703-784E-81FD-CFF71BADDE10}" type="presOf" srcId="{66458888-EA55-6A44-A807-B6270E6F7F45}" destId="{26CA4D62-E00A-8F45-9401-49E7AE5C47E9}" srcOrd="0" destOrd="0" presId="urn:microsoft.com/office/officeart/2005/8/layout/chevron1"/>
    <dgm:cxn modelId="{3FDBB0D7-DF66-804A-9CD5-8AE38E68AFFE}" srcId="{5F055634-8CE7-5C43-BEBD-85206A3DF30A}" destId="{60F1103C-DE11-2A46-963D-CB4F15EF6D05}" srcOrd="4" destOrd="0" parTransId="{245DDF94-78C9-534D-85AF-3B21AA830B6D}" sibTransId="{9DD03F63-8224-6342-8D95-3E11AB650E6D}"/>
    <dgm:cxn modelId="{170F07FD-84AC-4547-914A-EFD69A60515F}" type="presOf" srcId="{B3450B58-9D3E-FA43-9FC5-E13CA80CCFB1}" destId="{EC4F5F97-41EC-0840-AE82-B8BCEF760DF4}" srcOrd="0" destOrd="0" presId="urn:microsoft.com/office/officeart/2005/8/layout/chevron1"/>
    <dgm:cxn modelId="{B21106DB-CC02-2249-AEAC-B37595574021}" type="presParOf" srcId="{A6A599EB-2569-CE42-A743-4F1EDD42084B}" destId="{6405E485-6EBC-D648-BAD8-34E097CEC756}" srcOrd="0" destOrd="0" presId="urn:microsoft.com/office/officeart/2005/8/layout/chevron1"/>
    <dgm:cxn modelId="{44DBBD3E-A165-6649-8FF6-2CA4E0CA87E4}" type="presParOf" srcId="{A6A599EB-2569-CE42-A743-4F1EDD42084B}" destId="{01820500-D8A0-6547-8EF1-2BCE76704AE0}" srcOrd="1" destOrd="0" presId="urn:microsoft.com/office/officeart/2005/8/layout/chevron1"/>
    <dgm:cxn modelId="{8FEBBB1D-AC91-CD4C-B0C6-7642EA72A2A3}" type="presParOf" srcId="{A6A599EB-2569-CE42-A743-4F1EDD42084B}" destId="{A2B5AEF1-2C7B-5044-B746-35E1F991408D}" srcOrd="2" destOrd="0" presId="urn:microsoft.com/office/officeart/2005/8/layout/chevron1"/>
    <dgm:cxn modelId="{982C774F-844E-5D40-8A86-BF102CC01D84}" type="presParOf" srcId="{A6A599EB-2569-CE42-A743-4F1EDD42084B}" destId="{F3874F05-A00E-B749-9E68-A279011F031C}" srcOrd="3" destOrd="0" presId="urn:microsoft.com/office/officeart/2005/8/layout/chevron1"/>
    <dgm:cxn modelId="{BF3B7EC3-9136-D740-9B42-315905D434F6}" type="presParOf" srcId="{A6A599EB-2569-CE42-A743-4F1EDD42084B}" destId="{EC4F5F97-41EC-0840-AE82-B8BCEF760DF4}" srcOrd="4" destOrd="0" presId="urn:microsoft.com/office/officeart/2005/8/layout/chevron1"/>
    <dgm:cxn modelId="{77DCD97B-C3A7-5648-AA5E-D085825DFB2D}" type="presParOf" srcId="{A6A599EB-2569-CE42-A743-4F1EDD42084B}" destId="{6B2BB060-149D-8F47-8791-DA06BF658AE6}" srcOrd="5" destOrd="0" presId="urn:microsoft.com/office/officeart/2005/8/layout/chevron1"/>
    <dgm:cxn modelId="{9A8F65E3-C9E2-C944-A631-185AAF3C6DFC}" type="presParOf" srcId="{A6A599EB-2569-CE42-A743-4F1EDD42084B}" destId="{26CA4D62-E00A-8F45-9401-49E7AE5C47E9}" srcOrd="6" destOrd="0" presId="urn:microsoft.com/office/officeart/2005/8/layout/chevron1"/>
    <dgm:cxn modelId="{6681A34B-FF30-6245-ACD5-00AB200587F0}" type="presParOf" srcId="{A6A599EB-2569-CE42-A743-4F1EDD42084B}" destId="{3603B31B-976A-C64B-BE26-EDD7B0D11111}" srcOrd="7" destOrd="0" presId="urn:microsoft.com/office/officeart/2005/8/layout/chevron1"/>
    <dgm:cxn modelId="{097C0297-9539-A44F-87D8-A87E13A611AD}" type="presParOf" srcId="{A6A599EB-2569-CE42-A743-4F1EDD42084B}" destId="{5E485D4A-74C8-9441-BA0E-C0B90E02E64C}" srcOrd="8" destOrd="0" presId="urn:microsoft.com/office/officeart/2005/8/layout/chevron1"/>
  </dgm:cxnLst>
  <dgm:bg>
    <a:solidFill>
      <a:schemeClr val="bg2">
        <a:lumMod val="60000"/>
        <a:lumOff val="4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1DB8CAE-EC65-43BC-97A2-4CB55857AD2A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FB6B0A3-81DD-4591-A437-0097ECC4BFF9}">
      <dgm:prSet/>
      <dgm:spPr>
        <a:noFill/>
      </dgm:spPr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1. Umsetzung </a:t>
          </a:r>
        </a:p>
        <a:p>
          <a:pPr>
            <a:lnSpc>
              <a:spcPct val="100000"/>
            </a:lnSpc>
            <a:defRPr cap="all"/>
          </a:pPr>
          <a:r>
            <a:rPr lang="en-US" b="1" dirty="0"/>
            <a:t>der Aufgabenpakete </a:t>
          </a:r>
        </a:p>
      </dgm:t>
    </dgm:pt>
    <dgm:pt modelId="{F2A695B3-F3B1-4F60-ADF4-4B4AE3081118}" type="parTrans" cxnId="{85617989-08AE-42BE-9517-32220C8EDB83}">
      <dgm:prSet/>
      <dgm:spPr/>
      <dgm:t>
        <a:bodyPr/>
        <a:lstStyle/>
        <a:p>
          <a:endParaRPr lang="en-US"/>
        </a:p>
      </dgm:t>
    </dgm:pt>
    <dgm:pt modelId="{7B3813C5-E037-4A48-91C7-507D2190E0E8}" type="sibTrans" cxnId="{85617989-08AE-42BE-9517-32220C8EDB83}">
      <dgm:prSet/>
      <dgm:spPr/>
      <dgm:t>
        <a:bodyPr/>
        <a:lstStyle/>
        <a:p>
          <a:endParaRPr lang="en-US"/>
        </a:p>
      </dgm:t>
    </dgm:pt>
    <dgm:pt modelId="{D91B1489-0EF6-4EBF-81AB-CD707ADE009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2. WÖCHENTLICHE </a:t>
          </a:r>
        </a:p>
        <a:p>
          <a:pPr>
            <a:lnSpc>
              <a:spcPct val="100000"/>
            </a:lnSpc>
            <a:defRPr cap="all"/>
          </a:pPr>
          <a:r>
            <a:rPr lang="en-US" b="1" dirty="0" err="1"/>
            <a:t>mEETINGS</a:t>
          </a:r>
          <a:r>
            <a:rPr lang="en-US" b="1" dirty="0"/>
            <a:t>  </a:t>
          </a:r>
        </a:p>
      </dgm:t>
    </dgm:pt>
    <dgm:pt modelId="{4D782B78-A760-4EDE-9B98-437255F877C5}" type="parTrans" cxnId="{AE6A28CB-36B6-464A-97C9-26EF9E94969A}">
      <dgm:prSet/>
      <dgm:spPr/>
      <dgm:t>
        <a:bodyPr/>
        <a:lstStyle/>
        <a:p>
          <a:endParaRPr lang="en-US"/>
        </a:p>
      </dgm:t>
    </dgm:pt>
    <dgm:pt modelId="{D60B94C2-278A-41B8-A353-209ACAD93FA0}" type="sibTrans" cxnId="{AE6A28CB-36B6-464A-97C9-26EF9E94969A}">
      <dgm:prSet/>
      <dgm:spPr/>
      <dgm:t>
        <a:bodyPr/>
        <a:lstStyle/>
        <a:p>
          <a:endParaRPr lang="en-US"/>
        </a:p>
      </dgm:t>
    </dgm:pt>
    <dgm:pt modelId="{F69A8647-1723-4E88-BACF-1117AF1599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3. QULITÄTS – und</a:t>
          </a:r>
        </a:p>
        <a:p>
          <a:pPr>
            <a:lnSpc>
              <a:spcPct val="100000"/>
            </a:lnSpc>
            <a:defRPr cap="all"/>
          </a:pPr>
          <a:r>
            <a:rPr lang="en-US" b="1" dirty="0" err="1"/>
            <a:t>Risikomanagement</a:t>
          </a:r>
          <a:endParaRPr lang="en-US" dirty="0"/>
        </a:p>
      </dgm:t>
    </dgm:pt>
    <dgm:pt modelId="{C3B1B699-9F62-4E4F-A02B-03ED8CAF6A0B}" type="parTrans" cxnId="{5FA8A9C3-B433-4799-8595-88174B2DA2AB}">
      <dgm:prSet/>
      <dgm:spPr/>
      <dgm:t>
        <a:bodyPr/>
        <a:lstStyle/>
        <a:p>
          <a:endParaRPr lang="en-US"/>
        </a:p>
      </dgm:t>
    </dgm:pt>
    <dgm:pt modelId="{37424BB8-07BA-4501-B35A-9F100A99FC5D}" type="sibTrans" cxnId="{5FA8A9C3-B433-4799-8595-88174B2DA2AB}">
      <dgm:prSet/>
      <dgm:spPr/>
      <dgm:t>
        <a:bodyPr/>
        <a:lstStyle/>
        <a:p>
          <a:endParaRPr lang="en-US"/>
        </a:p>
      </dgm:t>
    </dgm:pt>
    <dgm:pt modelId="{C3535FDD-FCA1-4409-B7EB-813C13BCE557}" type="pres">
      <dgm:prSet presAssocID="{A1DB8CAE-EC65-43BC-97A2-4CB55857AD2A}" presName="root" presStyleCnt="0">
        <dgm:presLayoutVars>
          <dgm:dir/>
          <dgm:resizeHandles val="exact"/>
        </dgm:presLayoutVars>
      </dgm:prSet>
      <dgm:spPr/>
    </dgm:pt>
    <dgm:pt modelId="{9FD4B457-6347-42FE-B551-567EB4D02018}" type="pres">
      <dgm:prSet presAssocID="{CFB6B0A3-81DD-4591-A437-0097ECC4BFF9}" presName="compNode" presStyleCnt="0"/>
      <dgm:spPr/>
    </dgm:pt>
    <dgm:pt modelId="{FFF60F0E-D738-4A0E-905B-5D1ECD39A7B6}" type="pres">
      <dgm:prSet presAssocID="{CFB6B0A3-81DD-4591-A437-0097ECC4BFF9}" presName="iconBgRect" presStyleLbl="bgShp" presStyleIdx="0" presStyleCnt="3"/>
      <dgm:spPr/>
    </dgm:pt>
    <dgm:pt modelId="{4E2CE9E5-1B73-4D35-B6E3-2918398825E4}" type="pres">
      <dgm:prSet presAssocID="{CFB6B0A3-81DD-4591-A437-0097ECC4BFF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112591A5-034A-4C04-AD44-6BA17780118C}" type="pres">
      <dgm:prSet presAssocID="{CFB6B0A3-81DD-4591-A437-0097ECC4BFF9}" presName="spaceRect" presStyleCnt="0"/>
      <dgm:spPr/>
    </dgm:pt>
    <dgm:pt modelId="{81D9B4F2-A94D-417D-8921-5AF1D4E0D7BA}" type="pres">
      <dgm:prSet presAssocID="{CFB6B0A3-81DD-4591-A437-0097ECC4BFF9}" presName="textRect" presStyleLbl="revTx" presStyleIdx="0" presStyleCnt="3">
        <dgm:presLayoutVars>
          <dgm:chMax val="1"/>
          <dgm:chPref val="1"/>
        </dgm:presLayoutVars>
      </dgm:prSet>
      <dgm:spPr/>
    </dgm:pt>
    <dgm:pt modelId="{2296F994-D0F4-4AE4-A65E-7786F255192D}" type="pres">
      <dgm:prSet presAssocID="{7B3813C5-E037-4A48-91C7-507D2190E0E8}" presName="sibTrans" presStyleCnt="0"/>
      <dgm:spPr/>
    </dgm:pt>
    <dgm:pt modelId="{47E56F88-C185-445A-B161-440D39DF73C7}" type="pres">
      <dgm:prSet presAssocID="{D91B1489-0EF6-4EBF-81AB-CD707ADE0098}" presName="compNode" presStyleCnt="0"/>
      <dgm:spPr/>
    </dgm:pt>
    <dgm:pt modelId="{AAD9A327-0449-4846-A3A2-3BD9531B8C22}" type="pres">
      <dgm:prSet presAssocID="{D91B1489-0EF6-4EBF-81AB-CD707ADE0098}" presName="iconBgRect" presStyleLbl="bgShp" presStyleIdx="1" presStyleCnt="3"/>
      <dgm:spPr/>
    </dgm:pt>
    <dgm:pt modelId="{1074F13E-09C1-48D8-BC81-1778193D6B84}" type="pres">
      <dgm:prSet presAssocID="{D91B1489-0EF6-4EBF-81AB-CD707ADE009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C2CDE76-8CA5-403E-B9A4-378FF18F2667}" type="pres">
      <dgm:prSet presAssocID="{D91B1489-0EF6-4EBF-81AB-CD707ADE0098}" presName="spaceRect" presStyleCnt="0"/>
      <dgm:spPr/>
    </dgm:pt>
    <dgm:pt modelId="{FD5D955A-CD4C-4698-B0D3-DDB952A156D8}" type="pres">
      <dgm:prSet presAssocID="{D91B1489-0EF6-4EBF-81AB-CD707ADE0098}" presName="textRect" presStyleLbl="revTx" presStyleIdx="1" presStyleCnt="3">
        <dgm:presLayoutVars>
          <dgm:chMax val="1"/>
          <dgm:chPref val="1"/>
        </dgm:presLayoutVars>
      </dgm:prSet>
      <dgm:spPr/>
    </dgm:pt>
    <dgm:pt modelId="{62A952CD-D7BD-48EE-BB65-2E5D5BADA2DF}" type="pres">
      <dgm:prSet presAssocID="{D60B94C2-278A-41B8-A353-209ACAD93FA0}" presName="sibTrans" presStyleCnt="0"/>
      <dgm:spPr/>
    </dgm:pt>
    <dgm:pt modelId="{62341725-17A2-4993-B95F-0ADA6D67954C}" type="pres">
      <dgm:prSet presAssocID="{F69A8647-1723-4E88-BACF-1117AF159932}" presName="compNode" presStyleCnt="0"/>
      <dgm:spPr/>
    </dgm:pt>
    <dgm:pt modelId="{69D5E4FC-6A99-4D85-A4A9-A9FECF7B2F34}" type="pres">
      <dgm:prSet presAssocID="{F69A8647-1723-4E88-BACF-1117AF159932}" presName="iconBgRect" presStyleLbl="bgShp" presStyleIdx="2" presStyleCnt="3"/>
      <dgm:spPr/>
    </dgm:pt>
    <dgm:pt modelId="{6F2A659A-A7F1-4F63-9363-47253095D653}" type="pres">
      <dgm:prSet presAssocID="{F69A8647-1723-4E88-BACF-1117AF1599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16BF8C4-D21E-4C96-83A5-4D7EDDBDFD67}" type="pres">
      <dgm:prSet presAssocID="{F69A8647-1723-4E88-BACF-1117AF159932}" presName="spaceRect" presStyleCnt="0"/>
      <dgm:spPr/>
    </dgm:pt>
    <dgm:pt modelId="{19527F9E-9350-4AF6-BBA1-7833B2399A27}" type="pres">
      <dgm:prSet presAssocID="{F69A8647-1723-4E88-BACF-1117AF1599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60B71C-82CC-5142-9F1A-31F5AAB86254}" type="presOf" srcId="{CFB6B0A3-81DD-4591-A437-0097ECC4BFF9}" destId="{81D9B4F2-A94D-417D-8921-5AF1D4E0D7BA}" srcOrd="0" destOrd="0" presId="urn:microsoft.com/office/officeart/2018/5/layout/IconCircleLabelList"/>
    <dgm:cxn modelId="{C5D32168-BD86-3F43-80BC-5A41ADF2B436}" type="presOf" srcId="{A1DB8CAE-EC65-43BC-97A2-4CB55857AD2A}" destId="{C3535FDD-FCA1-4409-B7EB-813C13BCE557}" srcOrd="0" destOrd="0" presId="urn:microsoft.com/office/officeart/2018/5/layout/IconCircleLabelList"/>
    <dgm:cxn modelId="{0F0FCD86-8684-7B4E-A398-2846526E989D}" type="presOf" srcId="{D91B1489-0EF6-4EBF-81AB-CD707ADE0098}" destId="{FD5D955A-CD4C-4698-B0D3-DDB952A156D8}" srcOrd="0" destOrd="0" presId="urn:microsoft.com/office/officeart/2018/5/layout/IconCircleLabelList"/>
    <dgm:cxn modelId="{85617989-08AE-42BE-9517-32220C8EDB83}" srcId="{A1DB8CAE-EC65-43BC-97A2-4CB55857AD2A}" destId="{CFB6B0A3-81DD-4591-A437-0097ECC4BFF9}" srcOrd="0" destOrd="0" parTransId="{F2A695B3-F3B1-4F60-ADF4-4B4AE3081118}" sibTransId="{7B3813C5-E037-4A48-91C7-507D2190E0E8}"/>
    <dgm:cxn modelId="{5FA8A9C3-B433-4799-8595-88174B2DA2AB}" srcId="{A1DB8CAE-EC65-43BC-97A2-4CB55857AD2A}" destId="{F69A8647-1723-4E88-BACF-1117AF159932}" srcOrd="2" destOrd="0" parTransId="{C3B1B699-9F62-4E4F-A02B-03ED8CAF6A0B}" sibTransId="{37424BB8-07BA-4501-B35A-9F100A99FC5D}"/>
    <dgm:cxn modelId="{AE6A28CB-36B6-464A-97C9-26EF9E94969A}" srcId="{A1DB8CAE-EC65-43BC-97A2-4CB55857AD2A}" destId="{D91B1489-0EF6-4EBF-81AB-CD707ADE0098}" srcOrd="1" destOrd="0" parTransId="{4D782B78-A760-4EDE-9B98-437255F877C5}" sibTransId="{D60B94C2-278A-41B8-A353-209ACAD93FA0}"/>
    <dgm:cxn modelId="{97FD98D2-FA4E-6449-80A6-6B6D3C03390B}" type="presOf" srcId="{F69A8647-1723-4E88-BACF-1117AF159932}" destId="{19527F9E-9350-4AF6-BBA1-7833B2399A27}" srcOrd="0" destOrd="0" presId="urn:microsoft.com/office/officeart/2018/5/layout/IconCircleLabelList"/>
    <dgm:cxn modelId="{0F21C36A-679B-944C-9E5A-4EDF6C7088DE}" type="presParOf" srcId="{C3535FDD-FCA1-4409-B7EB-813C13BCE557}" destId="{9FD4B457-6347-42FE-B551-567EB4D02018}" srcOrd="0" destOrd="0" presId="urn:microsoft.com/office/officeart/2018/5/layout/IconCircleLabelList"/>
    <dgm:cxn modelId="{47BFD51B-268A-F442-BFDF-472BC3C274DA}" type="presParOf" srcId="{9FD4B457-6347-42FE-B551-567EB4D02018}" destId="{FFF60F0E-D738-4A0E-905B-5D1ECD39A7B6}" srcOrd="0" destOrd="0" presId="urn:microsoft.com/office/officeart/2018/5/layout/IconCircleLabelList"/>
    <dgm:cxn modelId="{BA902742-36AE-374C-9046-ACA1DBBD7826}" type="presParOf" srcId="{9FD4B457-6347-42FE-B551-567EB4D02018}" destId="{4E2CE9E5-1B73-4D35-B6E3-2918398825E4}" srcOrd="1" destOrd="0" presId="urn:microsoft.com/office/officeart/2018/5/layout/IconCircleLabelList"/>
    <dgm:cxn modelId="{AD66172E-25E7-E144-BC1D-32A254BC1869}" type="presParOf" srcId="{9FD4B457-6347-42FE-B551-567EB4D02018}" destId="{112591A5-034A-4C04-AD44-6BA17780118C}" srcOrd="2" destOrd="0" presId="urn:microsoft.com/office/officeart/2018/5/layout/IconCircleLabelList"/>
    <dgm:cxn modelId="{FE6449EE-961E-AB49-B7D6-5285C8B8FACA}" type="presParOf" srcId="{9FD4B457-6347-42FE-B551-567EB4D02018}" destId="{81D9B4F2-A94D-417D-8921-5AF1D4E0D7BA}" srcOrd="3" destOrd="0" presId="urn:microsoft.com/office/officeart/2018/5/layout/IconCircleLabelList"/>
    <dgm:cxn modelId="{2687CFE1-E186-B543-9355-E3F3E677758A}" type="presParOf" srcId="{C3535FDD-FCA1-4409-B7EB-813C13BCE557}" destId="{2296F994-D0F4-4AE4-A65E-7786F255192D}" srcOrd="1" destOrd="0" presId="urn:microsoft.com/office/officeart/2018/5/layout/IconCircleLabelList"/>
    <dgm:cxn modelId="{EAA006BE-E5E1-5B4B-88FF-45723C192B2E}" type="presParOf" srcId="{C3535FDD-FCA1-4409-B7EB-813C13BCE557}" destId="{47E56F88-C185-445A-B161-440D39DF73C7}" srcOrd="2" destOrd="0" presId="urn:microsoft.com/office/officeart/2018/5/layout/IconCircleLabelList"/>
    <dgm:cxn modelId="{1167CC08-9532-9847-A286-D83670CEBA9B}" type="presParOf" srcId="{47E56F88-C185-445A-B161-440D39DF73C7}" destId="{AAD9A327-0449-4846-A3A2-3BD9531B8C22}" srcOrd="0" destOrd="0" presId="urn:microsoft.com/office/officeart/2018/5/layout/IconCircleLabelList"/>
    <dgm:cxn modelId="{F43DF8A2-3345-F040-9900-06971A59E2D0}" type="presParOf" srcId="{47E56F88-C185-445A-B161-440D39DF73C7}" destId="{1074F13E-09C1-48D8-BC81-1778193D6B84}" srcOrd="1" destOrd="0" presId="urn:microsoft.com/office/officeart/2018/5/layout/IconCircleLabelList"/>
    <dgm:cxn modelId="{43F9F15A-924A-A244-A2C7-FC3C982AF494}" type="presParOf" srcId="{47E56F88-C185-445A-B161-440D39DF73C7}" destId="{CC2CDE76-8CA5-403E-B9A4-378FF18F2667}" srcOrd="2" destOrd="0" presId="urn:microsoft.com/office/officeart/2018/5/layout/IconCircleLabelList"/>
    <dgm:cxn modelId="{C6A94126-520D-8746-9106-186F5802DD33}" type="presParOf" srcId="{47E56F88-C185-445A-B161-440D39DF73C7}" destId="{FD5D955A-CD4C-4698-B0D3-DDB952A156D8}" srcOrd="3" destOrd="0" presId="urn:microsoft.com/office/officeart/2018/5/layout/IconCircleLabelList"/>
    <dgm:cxn modelId="{10A829FE-AAA7-704C-BD3A-B7889F4CCE97}" type="presParOf" srcId="{C3535FDD-FCA1-4409-B7EB-813C13BCE557}" destId="{62A952CD-D7BD-48EE-BB65-2E5D5BADA2DF}" srcOrd="3" destOrd="0" presId="urn:microsoft.com/office/officeart/2018/5/layout/IconCircleLabelList"/>
    <dgm:cxn modelId="{21A4EB9C-3F9F-F94F-B86A-703509F783C4}" type="presParOf" srcId="{C3535FDD-FCA1-4409-B7EB-813C13BCE557}" destId="{62341725-17A2-4993-B95F-0ADA6D67954C}" srcOrd="4" destOrd="0" presId="urn:microsoft.com/office/officeart/2018/5/layout/IconCircleLabelList"/>
    <dgm:cxn modelId="{7CA9036E-0AF3-F542-A15F-3F78D49A6471}" type="presParOf" srcId="{62341725-17A2-4993-B95F-0ADA6D67954C}" destId="{69D5E4FC-6A99-4D85-A4A9-A9FECF7B2F34}" srcOrd="0" destOrd="0" presId="urn:microsoft.com/office/officeart/2018/5/layout/IconCircleLabelList"/>
    <dgm:cxn modelId="{D752837B-DF29-924B-8115-2C982D1A24E0}" type="presParOf" srcId="{62341725-17A2-4993-B95F-0ADA6D67954C}" destId="{6F2A659A-A7F1-4F63-9363-47253095D653}" srcOrd="1" destOrd="0" presId="urn:microsoft.com/office/officeart/2018/5/layout/IconCircleLabelList"/>
    <dgm:cxn modelId="{BA970B69-E158-E449-A72F-1A840E4EBC3B}" type="presParOf" srcId="{62341725-17A2-4993-B95F-0ADA6D67954C}" destId="{316BF8C4-D21E-4C96-83A5-4D7EDDBDFD67}" srcOrd="2" destOrd="0" presId="urn:microsoft.com/office/officeart/2018/5/layout/IconCircleLabelList"/>
    <dgm:cxn modelId="{E1256063-C243-024C-BFEB-E5B9ED398005}" type="presParOf" srcId="{62341725-17A2-4993-B95F-0ADA6D67954C}" destId="{19527F9E-9350-4AF6-BBA1-7833B2399A2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05E485-6EBC-D648-BAD8-34E097CEC756}">
      <dsp:nvSpPr>
        <dsp:cNvPr id="0" name=""/>
        <dsp:cNvSpPr/>
      </dsp:nvSpPr>
      <dsp:spPr>
        <a:xfrm>
          <a:off x="2976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Vorbereitung</a:t>
          </a:r>
          <a:r>
            <a:rPr lang="en-GB" sz="2100" kern="1200" dirty="0"/>
            <a:t> </a:t>
          </a:r>
        </a:p>
      </dsp:txBody>
      <dsp:txXfrm>
        <a:off x="532804" y="1511"/>
        <a:ext cx="1589484" cy="1059656"/>
      </dsp:txXfrm>
    </dsp:sp>
    <dsp:sp modelId="{A2B5AEF1-2C7B-5044-B746-35E1F991408D}">
      <dsp:nvSpPr>
        <dsp:cNvPr id="0" name=""/>
        <dsp:cNvSpPr/>
      </dsp:nvSpPr>
      <dsp:spPr>
        <a:xfrm>
          <a:off x="2387202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143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Initiierung</a:t>
          </a:r>
          <a:endParaRPr lang="en-GB" sz="2100" kern="1200" dirty="0"/>
        </a:p>
      </dsp:txBody>
      <dsp:txXfrm>
        <a:off x="2917030" y="1511"/>
        <a:ext cx="1589484" cy="1059656"/>
      </dsp:txXfrm>
    </dsp:sp>
    <dsp:sp modelId="{EC4F5F97-41EC-0840-AE82-B8BCEF760DF4}">
      <dsp:nvSpPr>
        <dsp:cNvPr id="0" name=""/>
        <dsp:cNvSpPr/>
      </dsp:nvSpPr>
      <dsp:spPr>
        <a:xfrm>
          <a:off x="4771429" y="0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287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Plannung</a:t>
          </a:r>
          <a:endParaRPr lang="en-GB" sz="2100" kern="1200" dirty="0"/>
        </a:p>
      </dsp:txBody>
      <dsp:txXfrm>
        <a:off x="5301257" y="0"/>
        <a:ext cx="1589484" cy="1059656"/>
      </dsp:txXfrm>
    </dsp:sp>
    <dsp:sp modelId="{26CA4D62-E00A-8F45-9401-49E7AE5C47E9}">
      <dsp:nvSpPr>
        <dsp:cNvPr id="0" name=""/>
        <dsp:cNvSpPr/>
      </dsp:nvSpPr>
      <dsp:spPr>
        <a:xfrm>
          <a:off x="7155655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287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>
              <a:solidFill>
                <a:srgbClr val="FF0000"/>
              </a:solidFill>
            </a:rPr>
            <a:t>Steurung</a:t>
          </a:r>
          <a:r>
            <a:rPr lang="en-GB" sz="2100" kern="1200" dirty="0">
              <a:solidFill>
                <a:srgbClr val="FF0000"/>
              </a:solidFill>
            </a:rPr>
            <a:t> </a:t>
          </a:r>
        </a:p>
      </dsp:txBody>
      <dsp:txXfrm>
        <a:off x="7685483" y="1511"/>
        <a:ext cx="1589484" cy="1059656"/>
      </dsp:txXfrm>
    </dsp:sp>
    <dsp:sp modelId="{5E485D4A-74C8-9441-BA0E-C0B90E02E64C}">
      <dsp:nvSpPr>
        <dsp:cNvPr id="0" name=""/>
        <dsp:cNvSpPr/>
      </dsp:nvSpPr>
      <dsp:spPr>
        <a:xfrm>
          <a:off x="9539882" y="1511"/>
          <a:ext cx="2649140" cy="1059656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143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 err="1"/>
            <a:t>Abschluss</a:t>
          </a:r>
          <a:endParaRPr lang="en-GB" sz="2100" kern="1200" dirty="0"/>
        </a:p>
      </dsp:txBody>
      <dsp:txXfrm>
        <a:off x="10069710" y="1511"/>
        <a:ext cx="1589484" cy="10596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F60F0E-D738-4A0E-905B-5D1ECD39A7B6}">
      <dsp:nvSpPr>
        <dsp:cNvPr id="0" name=""/>
        <dsp:cNvSpPr/>
      </dsp:nvSpPr>
      <dsp:spPr>
        <a:xfrm>
          <a:off x="101013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2CE9E5-1B73-4D35-B6E3-2918398825E4}">
      <dsp:nvSpPr>
        <dsp:cNvPr id="0" name=""/>
        <dsp:cNvSpPr/>
      </dsp:nvSpPr>
      <dsp:spPr>
        <a:xfrm>
          <a:off x="141963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9B4F2-A94D-417D-8921-5AF1D4E0D7BA}">
      <dsp:nvSpPr>
        <dsp:cNvPr id="0" name=""/>
        <dsp:cNvSpPr/>
      </dsp:nvSpPr>
      <dsp:spPr>
        <a:xfrm>
          <a:off x="39588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1. Umsetzung 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der Aufgabenpakete </a:t>
          </a:r>
        </a:p>
      </dsp:txBody>
      <dsp:txXfrm>
        <a:off x="395887" y="2528775"/>
        <a:ext cx="3150000" cy="720000"/>
      </dsp:txXfrm>
    </dsp:sp>
    <dsp:sp modelId="{AAD9A327-0449-4846-A3A2-3BD9531B8C22}">
      <dsp:nvSpPr>
        <dsp:cNvPr id="0" name=""/>
        <dsp:cNvSpPr/>
      </dsp:nvSpPr>
      <dsp:spPr>
        <a:xfrm>
          <a:off x="471138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4F13E-09C1-48D8-BC81-1778193D6B84}">
      <dsp:nvSpPr>
        <dsp:cNvPr id="0" name=""/>
        <dsp:cNvSpPr/>
      </dsp:nvSpPr>
      <dsp:spPr>
        <a:xfrm>
          <a:off x="512088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5D955A-CD4C-4698-B0D3-DDB952A156D8}">
      <dsp:nvSpPr>
        <dsp:cNvPr id="0" name=""/>
        <dsp:cNvSpPr/>
      </dsp:nvSpPr>
      <dsp:spPr>
        <a:xfrm>
          <a:off x="409713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2. WÖCHENTLICHE 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 err="1"/>
            <a:t>mEETINGS</a:t>
          </a:r>
          <a:r>
            <a:rPr lang="en-US" sz="1900" b="1" kern="1200" dirty="0"/>
            <a:t>  </a:t>
          </a:r>
        </a:p>
      </dsp:txBody>
      <dsp:txXfrm>
        <a:off x="4097137" y="2528775"/>
        <a:ext cx="3150000" cy="720000"/>
      </dsp:txXfrm>
    </dsp:sp>
    <dsp:sp modelId="{69D5E4FC-6A99-4D85-A4A9-A9FECF7B2F34}">
      <dsp:nvSpPr>
        <dsp:cNvPr id="0" name=""/>
        <dsp:cNvSpPr/>
      </dsp:nvSpPr>
      <dsp:spPr>
        <a:xfrm>
          <a:off x="8412637" y="8775"/>
          <a:ext cx="1921500" cy="19215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2A659A-A7F1-4F63-9363-47253095D653}">
      <dsp:nvSpPr>
        <dsp:cNvPr id="0" name=""/>
        <dsp:cNvSpPr/>
      </dsp:nvSpPr>
      <dsp:spPr>
        <a:xfrm>
          <a:off x="8822137" y="418275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27F9E-9350-4AF6-BBA1-7833B2399A27}">
      <dsp:nvSpPr>
        <dsp:cNvPr id="0" name=""/>
        <dsp:cNvSpPr/>
      </dsp:nvSpPr>
      <dsp:spPr>
        <a:xfrm>
          <a:off x="7798387" y="25287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/>
            <a:t>3. QULITÄTS – und</a:t>
          </a:r>
        </a:p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b="1" kern="1200" dirty="0" err="1"/>
            <a:t>Risikomanagement</a:t>
          </a:r>
          <a:endParaRPr lang="en-US" sz="1900" kern="1200" dirty="0"/>
        </a:p>
      </dsp:txBody>
      <dsp:txXfrm>
        <a:off x="7798387" y="2528775"/>
        <a:ext cx="315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0ADD5-5FF5-AC44-9DCC-02BABCEBF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09F7F-43D3-5241-833C-FE166412E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9FEDD-52A3-994C-98ED-4FEDD154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B2A4-0FE3-1C4C-A2EF-125C844F0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C3330-19A7-8649-87A7-E3E7410D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92005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E6099-F3C2-274A-8745-330DBB581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2B854-E5FE-2442-850B-4CD6A5D1A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7F5B4-9C10-5B4B-A063-77690C0F8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9C03F-F556-CF48-8C5D-81B275A2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8B9B-4575-2F49-99B5-3D5A7E1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006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D97C-BDCF-A942-AED7-B6FA75B00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67D82-5F83-8349-AAF7-7FFA56CE6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3704F-2C01-0D42-8B74-12B97BD3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00F5-66C9-4E4B-BBB9-048B369D9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BEE88-57D8-264C-B3E4-6058D72C0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9546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F35C2-B175-3540-B741-975483BE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2F495-893A-1A43-9631-9E2C632D5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BE2AE-4ED5-264B-8BC1-8FD1DF87E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0A3E6-1B3E-EA48-9F8F-24CA3D910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62FFB-69D3-AB42-85CB-FC85089AD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FFE99-6A0B-0544-8B47-210D17E1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2354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E613-8E84-C741-8BE5-D237B59D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991D9F-E660-DB41-9482-A96893164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74293-2526-BB48-9826-346EF5AB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79166-FF2C-5B4E-98AD-FBF8F97A4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EBDAC-3F6F-E74F-B8F7-C680479D5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BB425C-3CD9-EE4A-B9C1-C189C892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F4207F-E0B0-5B43-9F78-45014227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01551-95F4-5140-A024-F59CD149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8332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8177E-3D0A-184B-885F-AC7B21EC7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8D572-5224-424F-A284-551643373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5A08B-4828-B144-BF20-FBADF6048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50526D-9DE9-7142-A2D6-13CD21AA8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2813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F5B037-252D-964A-99CE-F684808F9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6E4D9-A474-FE4A-825E-F293B24BF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56B1F-0CE2-924F-97FC-3D1BF40F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2163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20CA-0A09-BF49-8EE9-A89F31202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62D43-8DB0-DB47-92D5-8A6DEC5DF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14D5A4-917C-C649-AF90-B65A0F5D6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166DF-9DAD-4449-B84D-51F65CED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857EFE-E3F1-194D-81C4-BB70C553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FE309-9BC2-464C-A213-E028B9DA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5895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0533B-00CC-5748-9AA7-F6D2A2B5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8CCFF4-49E6-F149-87C8-CEAFF0326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A4BA95-2E73-7E42-8F0E-3D5A81AFB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6C5F-2A28-8148-88C0-F86F230C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1103C7-23C0-EA43-8787-C027BF8F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7F3D9-4B95-AC48-AA2F-A6AD850D2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69868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9ED4A-9740-F144-9F54-D91E41C5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13F36F-F8E7-B744-8293-D2F33F400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3A552-4117-B840-9672-2A4FDBF00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228DC9-4CAE-E845-8F9A-A90FFD63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6C7A0-25AC-1147-A8D7-7FC94BBE3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5697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8298A-256E-0147-8B91-DC63683527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76CA1-C6CD-A640-8499-E23B8454C3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A1708-E66E-8849-8AF5-DA9B8413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15BFE-6FEE-7D40-B26B-A5A0F96C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C62B-9867-7346-A44A-DA0217D01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9108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7998E4-7DCB-AC46-811C-CCD615F6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7DF42-C878-EA4F-8A3E-D4CBC8A0B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81C4E-E59D-064B-B31D-D8022A75A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AD08F8-6CE5-0043-939D-272FD68FA88E}" type="datetimeFigureOut">
              <a:rPr lang="en-CH" smtClean="0"/>
              <a:t>12/07/2021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37B23-5950-E840-9283-FD6DE73AD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04DC1-C5E3-DA40-B0DB-BCDC462E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9D622-2414-F940-B2AF-19D6B33F44C1}" type="slidenum">
              <a:rPr lang="en-CH" smtClean="0"/>
              <a:t>‹Nr.›</a:t>
            </a:fld>
            <a:endParaRPr lang="en-CH"/>
          </a:p>
        </p:txBody>
      </p:sp>
      <p:sp>
        <p:nvSpPr>
          <p:cNvPr id="7" name="MSIPCMContentMarking" descr="{&quot;HashCode&quot;:-242339457,&quot;Placement&quot;:&quot;Footer&quot;}">
            <a:extLst>
              <a:ext uri="{FF2B5EF4-FFF2-40B4-BE49-F238E27FC236}">
                <a16:creationId xmlns:a16="http://schemas.microsoft.com/office/drawing/2014/main" id="{12BCDACA-5207-46A7-97B7-FEECE38C0F06}"/>
              </a:ext>
            </a:extLst>
          </p:cNvPr>
          <p:cNvSpPr txBox="1"/>
          <p:nvPr userDrawn="1"/>
        </p:nvSpPr>
        <p:spPr>
          <a:xfrm>
            <a:off x="10318885" y="6390570"/>
            <a:ext cx="1873115" cy="4674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de-DE" sz="2200">
                <a:solidFill>
                  <a:srgbClr val="FF8939"/>
                </a:solidFill>
                <a:latin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29492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AD93FD3-7DF2-4DC8-BD55-8B2EB5F63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53579"/>
            <a:ext cx="8109718" cy="4604421"/>
          </a:xfrm>
          <a:custGeom>
            <a:avLst/>
            <a:gdLst>
              <a:gd name="connsiteX0" fmla="*/ 7381313 w 8109718"/>
              <a:gd name="connsiteY0" fmla="*/ 1839459 h 4604421"/>
              <a:gd name="connsiteX1" fmla="*/ 7381313 w 8109718"/>
              <a:gd name="connsiteY1" fmla="*/ 1853646 h 4604421"/>
              <a:gd name="connsiteX2" fmla="*/ 7379359 w 8109718"/>
              <a:gd name="connsiteY2" fmla="*/ 1846552 h 4604421"/>
              <a:gd name="connsiteX3" fmla="*/ 1321854 w 8109718"/>
              <a:gd name="connsiteY3" fmla="*/ 0 h 4604421"/>
              <a:gd name="connsiteX4" fmla="*/ 5365317 w 8109718"/>
              <a:gd name="connsiteY4" fmla="*/ 0 h 4604421"/>
              <a:gd name="connsiteX5" fmla="*/ 5985373 w 8109718"/>
              <a:gd name="connsiteY5" fmla="*/ 365439 h 4604421"/>
              <a:gd name="connsiteX6" fmla="*/ 8011470 w 8109718"/>
              <a:gd name="connsiteY6" fmla="*/ 3854515 h 4604421"/>
              <a:gd name="connsiteX7" fmla="*/ 8011470 w 8109718"/>
              <a:gd name="connsiteY7" fmla="*/ 4567993 h 4604421"/>
              <a:gd name="connsiteX8" fmla="*/ 7998115 w 8109718"/>
              <a:gd name="connsiteY8" fmla="*/ 4590992 h 4604421"/>
              <a:gd name="connsiteX9" fmla="*/ 7990317 w 8109718"/>
              <a:gd name="connsiteY9" fmla="*/ 4604421 h 4604421"/>
              <a:gd name="connsiteX10" fmla="*/ 0 w 8109718"/>
              <a:gd name="connsiteY10" fmla="*/ 4604421 h 4604421"/>
              <a:gd name="connsiteX11" fmla="*/ 0 w 8109718"/>
              <a:gd name="connsiteY11" fmla="*/ 1564110 h 4604421"/>
              <a:gd name="connsiteX12" fmla="*/ 27177 w 8109718"/>
              <a:gd name="connsiteY12" fmla="*/ 1517107 h 4604421"/>
              <a:gd name="connsiteX13" fmla="*/ 693065 w 8109718"/>
              <a:gd name="connsiteY13" fmla="*/ 365439 h 4604421"/>
              <a:gd name="connsiteX14" fmla="*/ 1321854 w 8109718"/>
              <a:gd name="connsiteY14" fmla="*/ 0 h 4604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109718" h="4604421">
                <a:moveTo>
                  <a:pt x="7381313" y="1839459"/>
                </a:moveTo>
                <a:lnTo>
                  <a:pt x="7381313" y="1853646"/>
                </a:lnTo>
                <a:lnTo>
                  <a:pt x="7379359" y="1846552"/>
                </a:lnTo>
                <a:close/>
                <a:moveTo>
                  <a:pt x="1321854" y="0"/>
                </a:moveTo>
                <a:cubicBezTo>
                  <a:pt x="1321854" y="0"/>
                  <a:pt x="1321854" y="0"/>
                  <a:pt x="5365317" y="0"/>
                </a:cubicBezTo>
                <a:cubicBezTo>
                  <a:pt x="5618580" y="0"/>
                  <a:pt x="5863108" y="139215"/>
                  <a:pt x="5985373" y="365439"/>
                </a:cubicBezTo>
                <a:cubicBezTo>
                  <a:pt x="5985373" y="365439"/>
                  <a:pt x="5985373" y="365439"/>
                  <a:pt x="8011470" y="3854515"/>
                </a:cubicBezTo>
                <a:cubicBezTo>
                  <a:pt x="8142468" y="4072039"/>
                  <a:pt x="8142468" y="4350470"/>
                  <a:pt x="8011470" y="4567993"/>
                </a:cubicBezTo>
                <a:cubicBezTo>
                  <a:pt x="8011470" y="4567993"/>
                  <a:pt x="8011470" y="4567993"/>
                  <a:pt x="7998115" y="4590992"/>
                </a:cubicBezTo>
                <a:lnTo>
                  <a:pt x="7990317" y="4604421"/>
                </a:lnTo>
                <a:lnTo>
                  <a:pt x="0" y="4604421"/>
                </a:lnTo>
                <a:lnTo>
                  <a:pt x="0" y="1564110"/>
                </a:lnTo>
                <a:lnTo>
                  <a:pt x="27177" y="1517107"/>
                </a:lnTo>
                <a:cubicBezTo>
                  <a:pt x="220245" y="1183191"/>
                  <a:pt x="440895" y="801574"/>
                  <a:pt x="693065" y="365439"/>
                </a:cubicBezTo>
                <a:cubicBezTo>
                  <a:pt x="824063" y="139215"/>
                  <a:pt x="1059859" y="0"/>
                  <a:pt x="13218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Freeform 5">
            <a:extLst>
              <a:ext uri="{FF2B5EF4-FFF2-40B4-BE49-F238E27FC236}">
                <a16:creationId xmlns:a16="http://schemas.microsoft.com/office/drawing/2014/main" id="{956571CF-1434-4180-A385-D4AC63B62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276856" y="1827416"/>
            <a:ext cx="4418320" cy="3877280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19D0EF7D-8D7F-4A18-A68B-92E2D4487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52343" y="825104"/>
            <a:ext cx="2926988" cy="2594434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50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770F868-28FE-4B38-8FC7-E9C841B83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7830" y="567451"/>
            <a:ext cx="1128382" cy="847206"/>
            <a:chOff x="5307830" y="325570"/>
            <a:chExt cx="1128382" cy="847206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3E5BF88F-B1F5-4A09-887A-B5CA246CA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D8984A5C-991A-40D3-A4C9-7E0DCA2A7A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E4A3E36-4481-0E4B-9027-1B673266D1D6}"/>
              </a:ext>
            </a:extLst>
          </p:cNvPr>
          <p:cNvSpPr txBox="1"/>
          <p:nvPr/>
        </p:nvSpPr>
        <p:spPr>
          <a:xfrm>
            <a:off x="965199" y="2912937"/>
            <a:ext cx="4741917" cy="3093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9" name="Grafik 19" descr="Logo&#10;&#10;Description automatically generated">
            <a:extLst>
              <a:ext uri="{FF2B5EF4-FFF2-40B4-BE49-F238E27FC236}">
                <a16:creationId xmlns:a16="http://schemas.microsoft.com/office/drawing/2014/main" id="{A1BC0D18-582C-F14B-8E01-A2C604D562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" t="6925" r="6786"/>
          <a:stretch/>
        </p:blipFill>
        <p:spPr>
          <a:xfrm>
            <a:off x="10940018" y="0"/>
            <a:ext cx="1251982" cy="1216864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8F270F76-E4BF-9F46-A6FE-412AE5D35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03" y="2266122"/>
            <a:ext cx="6311348" cy="4591878"/>
          </a:xfrm>
        </p:spPr>
        <p:txBody>
          <a:bodyPr>
            <a:normAutofit fontScale="90000"/>
          </a:bodyPr>
          <a:lstStyle/>
          <a:p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sz="4400" b="1" dirty="0">
                <a:solidFill>
                  <a:schemeClr val="bg1"/>
                </a:solidFill>
              </a:rPr>
            </a:br>
            <a:r>
              <a:rPr lang="de-DE" sz="4400" b="1" dirty="0">
                <a:solidFill>
                  <a:schemeClr val="bg1"/>
                </a:solidFill>
              </a:rPr>
              <a:t>                                                     </a:t>
            </a:r>
            <a:r>
              <a:rPr lang="de-DE" sz="4000" b="1" dirty="0">
                <a:solidFill>
                  <a:schemeClr val="bg1"/>
                </a:solidFill>
                <a:latin typeface="+mn-lt"/>
              </a:rPr>
              <a:t>Web Project </a:t>
            </a:r>
            <a:br>
              <a:rPr lang="de-DE" sz="4000" b="1" dirty="0">
                <a:solidFill>
                  <a:schemeClr val="bg1"/>
                </a:solidFill>
                <a:latin typeface="+mn-lt"/>
              </a:rPr>
            </a:br>
            <a:r>
              <a:rPr lang="de-DE" sz="4000" b="1" dirty="0">
                <a:solidFill>
                  <a:schemeClr val="bg1"/>
                </a:solidFill>
                <a:latin typeface="+mn-lt"/>
              </a:rPr>
              <a:t>--- </a:t>
            </a:r>
            <a:br>
              <a:rPr lang="de-DE" sz="4000" b="1" dirty="0">
                <a:solidFill>
                  <a:schemeClr val="bg1"/>
                </a:solidFill>
                <a:latin typeface="+mn-lt"/>
              </a:rPr>
            </a:br>
            <a:r>
              <a:rPr lang="de-DE" sz="4000" b="1" dirty="0">
                <a:solidFill>
                  <a:schemeClr val="bg1"/>
                </a:solidFill>
                <a:latin typeface="+mn-lt"/>
              </a:rPr>
              <a:t>„Fusion Eat Restaurant“ Prototyp Vorstellung</a:t>
            </a:r>
            <a:br>
              <a:rPr lang="de-DE" sz="4400" b="1" dirty="0">
                <a:solidFill>
                  <a:schemeClr val="bg1"/>
                </a:solidFill>
              </a:rPr>
            </a:br>
            <a:br>
              <a:rPr lang="de-DE" b="1" dirty="0">
                <a:solidFill>
                  <a:srgbClr val="CC0000"/>
                </a:solidFill>
              </a:rPr>
            </a:br>
            <a:endParaRPr lang="en-CH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63FBF1-8DE9-6044-93B2-8AA8BBCDA7CC}"/>
              </a:ext>
            </a:extLst>
          </p:cNvPr>
          <p:cNvSpPr txBox="1"/>
          <p:nvPr/>
        </p:nvSpPr>
        <p:spPr>
          <a:xfrm>
            <a:off x="981489" y="759550"/>
            <a:ext cx="43757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600" b="1" dirty="0"/>
              <a:t>Web Programmierung  </a:t>
            </a:r>
            <a:endParaRPr lang="en-CH" sz="3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616EF0-8340-6C41-AFC5-CBB4DAAF6AA7}"/>
              </a:ext>
            </a:extLst>
          </p:cNvPr>
          <p:cNvSpPr txBox="1"/>
          <p:nvPr/>
        </p:nvSpPr>
        <p:spPr>
          <a:xfrm>
            <a:off x="7553739" y="3264861"/>
            <a:ext cx="3848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Präsentiert vo</a:t>
            </a:r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n: </a:t>
            </a:r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Yue Zhao </a:t>
            </a:r>
          </a:p>
          <a:p>
            <a:pPr algn="ctr"/>
            <a:r>
              <a:rPr lang="de-DE" sz="1800" dirty="0">
                <a:solidFill>
                  <a:schemeClr val="bg1">
                    <a:lumMod val="50000"/>
                  </a:schemeClr>
                </a:solidFill>
              </a:rPr>
              <a:t>Jasmin Bächle </a:t>
            </a:r>
          </a:p>
        </p:txBody>
      </p:sp>
    </p:spTree>
    <p:extLst>
      <p:ext uri="{BB962C8B-B14F-4D97-AF65-F5344CB8AC3E}">
        <p14:creationId xmlns:p14="http://schemas.microsoft.com/office/powerpoint/2010/main" val="2717079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Gliederung</a:t>
            </a:r>
            <a:r>
              <a:rPr lang="de-DE" dirty="0"/>
              <a:t> 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9E30F89-1C98-A742-9257-E6ABFC5A0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2357737"/>
              </p:ext>
            </p:extLst>
          </p:nvPr>
        </p:nvGraphicFramePr>
        <p:xfrm>
          <a:off x="0" y="2706131"/>
          <a:ext cx="12191999" cy="1062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315762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29" b="14202"/>
          <a:stretch/>
        </p:blipFill>
        <p:spPr>
          <a:xfrm>
            <a:off x="21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9" name="TextBox 5">
            <a:extLst>
              <a:ext uri="{FF2B5EF4-FFF2-40B4-BE49-F238E27FC236}">
                <a16:creationId xmlns:a16="http://schemas.microsoft.com/office/drawing/2014/main" id="{873050B4-6318-48CF-BB26-ED00754AD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847707"/>
              </p:ext>
            </p:extLst>
          </p:nvPr>
        </p:nvGraphicFramePr>
        <p:xfrm>
          <a:off x="342900" y="3300412"/>
          <a:ext cx="11344275" cy="32575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815546" y="543698"/>
            <a:ext cx="3682313" cy="646331"/>
          </a:xfrm>
          <a:prstGeom prst="rect">
            <a:avLst/>
          </a:prstGeom>
          <a:solidFill>
            <a:srgbClr val="58595A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3600" dirty="0"/>
              <a:t>Steuerung</a:t>
            </a:r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4746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</a:rPr>
              <a:t>Must-have Features</a:t>
            </a:r>
            <a:r>
              <a:rPr lang="en-US" sz="3600" dirty="0">
                <a:solidFill>
                  <a:srgbClr val="FFFFFF"/>
                </a:solidFill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6" y="1354137"/>
            <a:ext cx="11453814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Suchebegriffe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eingeben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Lieferzeit</a:t>
            </a:r>
            <a:r>
              <a:rPr lang="en-US" sz="2400" dirty="0"/>
              <a:t> des Filters </a:t>
            </a:r>
            <a:r>
              <a:rPr lang="en-US" sz="2400" dirty="0" err="1"/>
              <a:t>berechnen</a:t>
            </a:r>
            <a:r>
              <a:rPr lang="en-US" sz="2400" dirty="0"/>
              <a:t> -&gt; </a:t>
            </a:r>
            <a:r>
              <a:rPr lang="en-US" sz="2400" dirty="0">
                <a:solidFill>
                  <a:srgbClr val="00B050"/>
                </a:solidFill>
              </a:rPr>
              <a:t>done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Bestellung</a:t>
            </a:r>
            <a:r>
              <a:rPr lang="en-US" sz="2400" dirty="0"/>
              <a:t> </a:t>
            </a:r>
            <a:r>
              <a:rPr lang="en-US" sz="2400" dirty="0" err="1"/>
              <a:t>ansehen</a:t>
            </a:r>
            <a:r>
              <a:rPr lang="en-US" sz="2400" dirty="0"/>
              <a:t> -&gt; </a:t>
            </a:r>
            <a:r>
              <a:rPr lang="en-US" sz="2400" dirty="0">
                <a:solidFill>
                  <a:srgbClr val="00B050"/>
                </a:solidFill>
              </a:rPr>
              <a:t>done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filtern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Menu </a:t>
            </a:r>
            <a:r>
              <a:rPr lang="en-US" sz="2400" dirty="0" err="1">
                <a:solidFill>
                  <a:schemeClr val="tx1"/>
                </a:solidFill>
              </a:rPr>
              <a:t>Filtern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durch</a:t>
            </a:r>
            <a:r>
              <a:rPr lang="en-US" sz="2400" dirty="0">
                <a:solidFill>
                  <a:schemeClr val="tx1"/>
                </a:solidFill>
              </a:rPr>
              <a:t> Checkbox (</a:t>
            </a:r>
            <a:r>
              <a:rPr lang="en-US" sz="2400" dirty="0" err="1">
                <a:solidFill>
                  <a:schemeClr val="tx1"/>
                </a:solidFill>
              </a:rPr>
              <a:t>Jede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Speise</a:t>
            </a:r>
            <a:r>
              <a:rPr lang="en-US" sz="2400" dirty="0">
                <a:solidFill>
                  <a:schemeClr val="tx1"/>
                </a:solidFill>
              </a:rPr>
              <a:t> hat </a:t>
            </a:r>
            <a:r>
              <a:rPr lang="en-US" sz="2400" dirty="0" err="1">
                <a:solidFill>
                  <a:schemeClr val="tx1"/>
                </a:solidFill>
              </a:rPr>
              <a:t>unterschiedliche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Zubereitungszeiten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 -&gt; checkbox </a:t>
            </a:r>
            <a:r>
              <a:rPr lang="en-US" sz="2400" dirty="0" err="1"/>
              <a:t>Erfassung</a:t>
            </a:r>
            <a:r>
              <a:rPr lang="en-US" sz="2400" dirty="0"/>
              <a:t> </a:t>
            </a:r>
            <a:r>
              <a:rPr lang="en-US" sz="2400" dirty="0" err="1"/>
              <a:t>klappt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FF88D3"/>
                </a:solidFill>
              </a:rPr>
              <a:t>if-</a:t>
            </a:r>
            <a:r>
              <a:rPr lang="en-US" sz="2400" dirty="0" err="1">
                <a:solidFill>
                  <a:srgbClr val="FF88D3"/>
                </a:solidFill>
              </a:rPr>
              <a:t>schleife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nicht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perfekt</a:t>
            </a:r>
            <a:endParaRPr lang="en-US" sz="2400" dirty="0">
              <a:solidFill>
                <a:srgbClr val="FF88D3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88D3"/>
              </a:solidFill>
            </a:endParaRP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Lieferungsart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Filtern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durch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Auswahlliste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dirty="0" err="1">
                <a:solidFill>
                  <a:schemeClr val="tx1"/>
                </a:solidFill>
              </a:rPr>
              <a:t>Auswahl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ob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Lieferung</a:t>
            </a:r>
            <a:r>
              <a:rPr lang="en-US" sz="2400" dirty="0">
                <a:solidFill>
                  <a:schemeClr val="tx1"/>
                </a:solidFill>
              </a:rPr>
              <a:t>  per Auto,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    </a:t>
            </a:r>
            <a:r>
              <a:rPr lang="en-US" sz="2400" dirty="0" err="1">
                <a:solidFill>
                  <a:schemeClr val="tx1"/>
                </a:solidFill>
              </a:rPr>
              <a:t>Fahrrad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oder</a:t>
            </a:r>
            <a:r>
              <a:rPr lang="en-US" sz="2400" dirty="0">
                <a:solidFill>
                  <a:schemeClr val="tx1"/>
                </a:solidFill>
              </a:rPr>
              <a:t> ÖV </a:t>
            </a:r>
            <a:r>
              <a:rPr lang="en-US" sz="2400" dirty="0" err="1">
                <a:solidFill>
                  <a:schemeClr val="tx1"/>
                </a:solidFill>
              </a:rPr>
              <a:t>benutzt</a:t>
            </a:r>
            <a:r>
              <a:rPr lang="en-US" sz="2400" dirty="0">
                <a:solidFill>
                  <a:schemeClr val="tx1"/>
                </a:solidFill>
              </a:rPr>
              <a:t> werden </a:t>
            </a:r>
            <a:r>
              <a:rPr lang="en-US" sz="2400" dirty="0" err="1">
                <a:solidFill>
                  <a:schemeClr val="tx1"/>
                </a:solidFill>
              </a:rPr>
              <a:t>sollen</a:t>
            </a:r>
            <a:r>
              <a:rPr lang="en-US" sz="2400" dirty="0">
                <a:solidFill>
                  <a:schemeClr val="tx1"/>
                </a:solidFill>
              </a:rPr>
              <a:t>) -&gt;</a:t>
            </a:r>
            <a:r>
              <a:rPr lang="en-US" sz="2400" dirty="0" err="1">
                <a:solidFill>
                  <a:srgbClr val="FF88D3"/>
                </a:solidFill>
              </a:rPr>
              <a:t>ToDo</a:t>
            </a:r>
            <a:endParaRPr lang="en-US" sz="2400" dirty="0">
              <a:solidFill>
                <a:srgbClr val="FF88D3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05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1"/>
                </a:solidFill>
              </a:rPr>
              <a:t>Must-have Features</a:t>
            </a:r>
            <a:r>
              <a:rPr lang="en-US" sz="3600" dirty="0">
                <a:solidFill>
                  <a:srgbClr val="FFFFFF"/>
                </a:solidFill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6" y="1354137"/>
            <a:ext cx="10691813" cy="537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Asynchrone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im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Hintergrund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Lieferzeit</a:t>
            </a:r>
            <a:r>
              <a:rPr lang="en-US" sz="2400" dirty="0"/>
              <a:t> </a:t>
            </a:r>
            <a:r>
              <a:rPr lang="en-US" sz="2400" dirty="0" err="1"/>
              <a:t>berechnen</a:t>
            </a:r>
            <a:r>
              <a:rPr lang="en-US" sz="2400" dirty="0"/>
              <a:t> -&gt;  </a:t>
            </a:r>
            <a:r>
              <a:rPr lang="en-US" sz="2400" dirty="0">
                <a:solidFill>
                  <a:srgbClr val="FF88D3"/>
                </a:solidFill>
              </a:rPr>
              <a:t>bis </a:t>
            </a:r>
            <a:r>
              <a:rPr lang="en-US" sz="2400" dirty="0" err="1">
                <a:solidFill>
                  <a:srgbClr val="FF88D3"/>
                </a:solidFill>
              </a:rPr>
              <a:t>jetzt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kommt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ein</a:t>
            </a:r>
            <a:r>
              <a:rPr lang="en-US" sz="2400" dirty="0">
                <a:solidFill>
                  <a:srgbClr val="FF88D3"/>
                </a:solidFill>
              </a:rPr>
              <a:t> Promise </a:t>
            </a:r>
            <a:r>
              <a:rPr lang="en-US" sz="2400" dirty="0" err="1">
                <a:solidFill>
                  <a:srgbClr val="FF88D3"/>
                </a:solidFill>
              </a:rPr>
              <a:t>raus</a:t>
            </a:r>
            <a:endParaRPr lang="en-US" sz="2400" dirty="0">
              <a:solidFill>
                <a:srgbClr val="FF88D3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Erscheinung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Suchergebnisse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Bestellung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ansehen</a:t>
            </a:r>
            <a:r>
              <a:rPr lang="en-US" sz="2400" dirty="0">
                <a:solidFill>
                  <a:srgbClr val="FFFFFF"/>
                </a:solidFill>
              </a:rPr>
              <a:t> -&gt; </a:t>
            </a:r>
            <a:r>
              <a:rPr lang="en-US" sz="2400" dirty="0">
                <a:solidFill>
                  <a:srgbClr val="FF88D3"/>
                </a:solidFill>
              </a:rPr>
              <a:t>html muss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angepasst</a:t>
            </a:r>
            <a:r>
              <a:rPr lang="en-US" sz="2400" dirty="0">
                <a:solidFill>
                  <a:srgbClr val="FF88D3"/>
                </a:solidFill>
              </a:rPr>
              <a:t> werden und </a:t>
            </a:r>
            <a:r>
              <a:rPr lang="en-US" sz="2400" dirty="0" err="1">
                <a:solidFill>
                  <a:srgbClr val="FF88D3"/>
                </a:solidFill>
              </a:rPr>
              <a:t>richtige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Werte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fehlen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endParaRPr lang="en-US" sz="2400" dirty="0">
              <a:solidFill>
                <a:srgbClr val="FF88D3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Ein und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Ausblendung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Suchergebnisse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FFFFFF"/>
                </a:solidFill>
              </a:rPr>
              <a:t>Bestellung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ansehen</a:t>
            </a:r>
            <a:r>
              <a:rPr lang="en-US" sz="2400" dirty="0">
                <a:solidFill>
                  <a:srgbClr val="FFFFFF"/>
                </a:solidFill>
              </a:rPr>
              <a:t> -&gt; </a:t>
            </a:r>
            <a:r>
              <a:rPr lang="en-US" sz="2400" dirty="0">
                <a:solidFill>
                  <a:srgbClr val="FF88D3"/>
                </a:solidFill>
              </a:rPr>
              <a:t>html muss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angepasst</a:t>
            </a:r>
            <a:r>
              <a:rPr lang="en-US" sz="2400" dirty="0">
                <a:solidFill>
                  <a:srgbClr val="FF88D3"/>
                </a:solidFill>
              </a:rPr>
              <a:t> werden und </a:t>
            </a:r>
            <a:r>
              <a:rPr lang="en-US" sz="2400" dirty="0" err="1">
                <a:solidFill>
                  <a:srgbClr val="FF88D3"/>
                </a:solidFill>
              </a:rPr>
              <a:t>richtige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Werte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fehlen</a:t>
            </a:r>
            <a:r>
              <a:rPr lang="en-US" sz="2400" dirty="0">
                <a:solidFill>
                  <a:srgbClr val="FF88D3"/>
                </a:solidFill>
              </a:rPr>
              <a:t> </a:t>
            </a:r>
            <a:r>
              <a:rPr lang="en-US" sz="2400" dirty="0" err="1">
                <a:solidFill>
                  <a:srgbClr val="FF88D3"/>
                </a:solidFill>
              </a:rPr>
              <a:t>noch</a:t>
            </a:r>
            <a:endParaRPr lang="en-US" sz="2400" dirty="0">
              <a:solidFill>
                <a:srgbClr val="FF88D3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88D3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730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5B8E1886-7F18-FF44-A046-98C49371C4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29" b="14202"/>
          <a:stretch/>
        </p:blipFill>
        <p:spPr>
          <a:xfrm>
            <a:off x="3" y="0"/>
            <a:ext cx="12191997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98850-2008-6C40-A40E-2EF2EE3FC1A0}"/>
              </a:ext>
            </a:extLst>
          </p:cNvPr>
          <p:cNvSpPr txBox="1"/>
          <p:nvPr/>
        </p:nvSpPr>
        <p:spPr>
          <a:xfrm>
            <a:off x="78105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/>
              <a:t>Nice-to</a:t>
            </a:r>
            <a:r>
              <a:rPr lang="en-US" sz="3600" dirty="0">
                <a:solidFill>
                  <a:schemeClr val="tx1"/>
                </a:solidFill>
              </a:rPr>
              <a:t>-have Features</a:t>
            </a:r>
            <a:r>
              <a:rPr lang="en-US" sz="3600" dirty="0">
                <a:solidFill>
                  <a:srgbClr val="FFFFFF"/>
                </a:solidFill>
                <a:ea typeface="+mj-ea"/>
                <a:cs typeface="+mj-cs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E3C762-77CF-084E-96EB-E2362C430036}"/>
              </a:ext>
            </a:extLst>
          </p:cNvPr>
          <p:cNvSpPr txBox="1"/>
          <p:nvPr/>
        </p:nvSpPr>
        <p:spPr>
          <a:xfrm>
            <a:off x="738187" y="1354138"/>
            <a:ext cx="11649076" cy="193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Speicherung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der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lokalen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Datenbank</a:t>
            </a:r>
            <a:r>
              <a:rPr lang="en-US" sz="2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40005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b="1" dirty="0">
              <a:solidFill>
                <a:srgbClr val="FFFFFF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1"/>
                </a:solidFill>
              </a:rPr>
              <a:t>Speicherung</a:t>
            </a:r>
            <a:r>
              <a:rPr lang="en-US" sz="2400" dirty="0">
                <a:solidFill>
                  <a:schemeClr val="tx1"/>
                </a:solidFill>
              </a:rPr>
              <a:t> der </a:t>
            </a:r>
            <a:r>
              <a:rPr lang="en-US" sz="2400" dirty="0" err="1">
                <a:solidFill>
                  <a:schemeClr val="tx1"/>
                </a:solidFill>
              </a:rPr>
              <a:t>Bestellungen</a:t>
            </a:r>
            <a:r>
              <a:rPr lang="en-US" sz="2400" dirty="0">
                <a:solidFill>
                  <a:schemeClr val="tx1"/>
                </a:solidFill>
              </a:rPr>
              <a:t> -&gt;</a:t>
            </a:r>
            <a:r>
              <a:rPr lang="en-US" sz="2400" dirty="0">
                <a:solidFill>
                  <a:srgbClr val="00B050"/>
                </a:solidFill>
              </a:rPr>
              <a:t>quasi Done </a:t>
            </a:r>
            <a:r>
              <a:rPr lang="en-US" sz="2400" dirty="0" err="1">
                <a:solidFill>
                  <a:srgbClr val="00B050"/>
                </a:solidFill>
              </a:rPr>
              <a:t>manchmal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keine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Verdbindung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 err="1">
                <a:solidFill>
                  <a:srgbClr val="00B050"/>
                </a:solidFill>
              </a:rPr>
              <a:t>zu</a:t>
            </a:r>
            <a:r>
              <a:rPr lang="en-US" sz="2400" dirty="0">
                <a:solidFill>
                  <a:srgbClr val="00B050"/>
                </a:solidFill>
              </a:rPr>
              <a:t> MongoDB server, </a:t>
            </a:r>
            <a:r>
              <a:rPr lang="en-US" sz="2400" dirty="0" err="1">
                <a:solidFill>
                  <a:srgbClr val="00B050"/>
                </a:solidFill>
              </a:rPr>
              <a:t>manchmal</a:t>
            </a:r>
            <a:r>
              <a:rPr lang="en-US" sz="2400" dirty="0">
                <a:solidFill>
                  <a:srgbClr val="00B050"/>
                </a:solidFill>
              </a:rPr>
              <a:t> ja 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B050"/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FFF"/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rgbClr val="FFFFFF"/>
              </a:solidFill>
            </a:endParaRPr>
          </a:p>
          <a:p>
            <a:pPr marL="457200" indent="-342900">
              <a:lnSpc>
                <a:spcPct val="90000"/>
              </a:lnSpc>
              <a:spcAft>
                <a:spcPts val="600"/>
              </a:spcAft>
              <a:buFont typeface="Wingdings" pitchFamily="2" charset="2"/>
              <a:buChar char="v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114300">
              <a:lnSpc>
                <a:spcPct val="90000"/>
              </a:lnSpc>
              <a:spcAft>
                <a:spcPts val="600"/>
              </a:spcAft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b="1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E4BDE7-0594-5847-9824-DEB7ACBD4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49" y="3269457"/>
            <a:ext cx="5590751" cy="28313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AD67DF-70B1-2B48-9FEF-24338B067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505" y="3314701"/>
            <a:ext cx="5501413" cy="278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682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Breitbild</PresentationFormat>
  <Paragraphs>62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                                                         Web Project  ---  „Fusion Eat Restaurant“ Prototyp Vorstellung  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Programmierung    Webprojekt:  „Fusion Eat Restaurant“ --- Prototyp Vorstellung  </dc:title>
  <dc:creator>Yue Zhao</dc:creator>
  <cp:lastModifiedBy>Jassi Bächle</cp:lastModifiedBy>
  <cp:revision>33</cp:revision>
  <dcterms:created xsi:type="dcterms:W3CDTF">2021-11-08T16:31:06Z</dcterms:created>
  <dcterms:modified xsi:type="dcterms:W3CDTF">2021-12-07T11:58:57Z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iteId">
    <vt:lpwstr>fcb2b37b-5da0-466b-9b83-0014b67a7c78</vt:lpwstr>
  </property>
  <property fmtid="{D5CDD505-2E9C-101B-9397-08002B2CF9AE}" pid="4" name="MSIP_Label_2c76c141-ac86-40e5-abf2-c6f60e474cee_Owner">
    <vt:lpwstr>jasmin.baechle@bayer.com</vt:lpwstr>
  </property>
  <property fmtid="{D5CDD505-2E9C-101B-9397-08002B2CF9AE}" pid="5" name="MSIP_Label_2c76c141-ac86-40e5-abf2-c6f60e474cee_SetDate">
    <vt:lpwstr>2021-11-09T11:25:27.0522021Z</vt:lpwstr>
  </property>
  <property fmtid="{D5CDD505-2E9C-101B-9397-08002B2CF9AE}" pid="6" name="MSIP_Label_2c76c141-ac86-40e5-abf2-c6f60e474cee_Name">
    <vt:lpwstr>RESTRICTED</vt:lpwstr>
  </property>
  <property fmtid="{D5CDD505-2E9C-101B-9397-08002B2CF9AE}" pid="7" name="MSIP_Label_2c76c141-ac86-40e5-abf2-c6f60e474cee_Application">
    <vt:lpwstr>Microsoft Azure Information Protection</vt:lpwstr>
  </property>
  <property fmtid="{D5CDD505-2E9C-101B-9397-08002B2CF9AE}" pid="8" name="MSIP_Label_2c76c141-ac86-40e5-abf2-c6f60e474cee_Extended_MSFT_Method">
    <vt:lpwstr>Automatic</vt:lpwstr>
  </property>
  <property fmtid="{D5CDD505-2E9C-101B-9397-08002B2CF9AE}" pid="9" name="Sensitivity">
    <vt:lpwstr>RESTRICTED</vt:lpwstr>
  </property>
</Properties>
</file>