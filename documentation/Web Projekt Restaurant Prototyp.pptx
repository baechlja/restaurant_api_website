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35" r:id="rId1"/>
  </p:sldMasterIdLst>
  <p:notesMasterIdLst>
    <p:notesMasterId r:id="rId9"/>
  </p:notesMasterIdLst>
  <p:handoutMasterIdLst>
    <p:handoutMasterId r:id="rId10"/>
  </p:handoutMasterIdLst>
  <p:sldIdLst>
    <p:sldId id="256" r:id="rId2"/>
    <p:sldId id="261" r:id="rId3"/>
    <p:sldId id="263" r:id="rId4"/>
    <p:sldId id="257" r:id="rId5"/>
    <p:sldId id="262" r:id="rId6"/>
    <p:sldId id="258" r:id="rId7"/>
    <p:sldId id="259" r:id="rId8"/>
  </p:sldIdLst>
  <p:sldSz cx="12190413" cy="6858000"/>
  <p:notesSz cx="6888163" cy="10020300"/>
  <p:custDataLst>
    <p:tags r:id="rId1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19" userDrawn="1">
          <p15:clr>
            <a:srgbClr val="A4A3A4"/>
          </p15:clr>
        </p15:guide>
        <p15:guide id="2" orient="horz" pos="4085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orient="horz" pos="10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857">
          <p15:clr>
            <a:srgbClr val="A4A3A4"/>
          </p15:clr>
        </p15:guide>
        <p15:guide id="4" pos="19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C6C6"/>
    <a:srgbClr val="00BCFF"/>
    <a:srgbClr val="74C713"/>
    <a:srgbClr val="00A5E2"/>
    <a:srgbClr val="E61A5D"/>
    <a:srgbClr val="FF3162"/>
    <a:srgbClr val="624963"/>
    <a:srgbClr val="D30F4B"/>
    <a:srgbClr val="0091DF"/>
    <a:srgbClr val="0061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219" autoAdjust="0"/>
  </p:normalViewPr>
  <p:slideViewPr>
    <p:cSldViewPr snapToGrid="0" snapToObjects="1" showGuides="1">
      <p:cViewPr varScale="1">
        <p:scale>
          <a:sx n="59" d="100"/>
          <a:sy n="59" d="100"/>
        </p:scale>
        <p:origin x="892" y="60"/>
      </p:cViewPr>
      <p:guideLst>
        <p:guide pos="619"/>
        <p:guide orient="horz" pos="4085"/>
        <p:guide pos="7423"/>
        <p:guide orient="horz" pos="109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-4050" y="-114"/>
      </p:cViewPr>
      <p:guideLst>
        <p:guide orient="horz" pos="2880"/>
        <p:guide pos="2160"/>
        <p:guide orient="horz" pos="2857"/>
        <p:guide pos="19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min Baechle" userId="b8fdc04e-94c6-4110-ab30-f87698c12aff" providerId="ADAL" clId="{33C1D53B-BE9D-4D9F-A291-3CD9D78C419B}"/>
    <pc:docChg chg="undo custSel addSld delSld modSld sldOrd">
      <pc:chgData name="Jasmin Baechle" userId="b8fdc04e-94c6-4110-ab30-f87698c12aff" providerId="ADAL" clId="{33C1D53B-BE9D-4D9F-A291-3CD9D78C419B}" dt="2021-11-06T11:06:28.300" v="2668" actId="179"/>
      <pc:docMkLst>
        <pc:docMk/>
      </pc:docMkLst>
      <pc:sldChg chg="modSp mod">
        <pc:chgData name="Jasmin Baechle" userId="b8fdc04e-94c6-4110-ab30-f87698c12aff" providerId="ADAL" clId="{33C1D53B-BE9D-4D9F-A291-3CD9D78C419B}" dt="2021-11-06T10:08:31.509" v="1104" actId="207"/>
        <pc:sldMkLst>
          <pc:docMk/>
          <pc:sldMk cId="3113609125" sldId="256"/>
        </pc:sldMkLst>
        <pc:spChg chg="mod">
          <ac:chgData name="Jasmin Baechle" userId="b8fdc04e-94c6-4110-ab30-f87698c12aff" providerId="ADAL" clId="{33C1D53B-BE9D-4D9F-A291-3CD9D78C419B}" dt="2021-11-06T10:08:31.509" v="1104" actId="207"/>
          <ac:spMkLst>
            <pc:docMk/>
            <pc:sldMk cId="3113609125" sldId="256"/>
            <ac:spMk id="5" creationId="{4EBDCA61-D356-411D-869E-560E90E791E2}"/>
          </ac:spMkLst>
        </pc:spChg>
        <pc:spChg chg="mod">
          <ac:chgData name="Jasmin Baechle" userId="b8fdc04e-94c6-4110-ab30-f87698c12aff" providerId="ADAL" clId="{33C1D53B-BE9D-4D9F-A291-3CD9D78C419B}" dt="2021-11-06T10:08:15.632" v="1103" actId="207"/>
          <ac:spMkLst>
            <pc:docMk/>
            <pc:sldMk cId="3113609125" sldId="256"/>
            <ac:spMk id="8" creationId="{FDF41C6D-ED3C-48A6-BD22-900E09E3B7B2}"/>
          </ac:spMkLst>
        </pc:spChg>
      </pc:sldChg>
      <pc:sldChg chg="addSp delSp modSp mod ord modNotesTx">
        <pc:chgData name="Jasmin Baechle" userId="b8fdc04e-94c6-4110-ab30-f87698c12aff" providerId="ADAL" clId="{33C1D53B-BE9D-4D9F-A291-3CD9D78C419B}" dt="2021-11-06T11:06:28.300" v="2668" actId="179"/>
        <pc:sldMkLst>
          <pc:docMk/>
          <pc:sldMk cId="1824740385" sldId="257"/>
        </pc:sldMkLst>
        <pc:spChg chg="del">
          <ac:chgData name="Jasmin Baechle" userId="b8fdc04e-94c6-4110-ab30-f87698c12aff" providerId="ADAL" clId="{33C1D53B-BE9D-4D9F-A291-3CD9D78C419B}" dt="2021-11-06T10:28:38.296" v="2136" actId="478"/>
          <ac:spMkLst>
            <pc:docMk/>
            <pc:sldMk cId="1824740385" sldId="257"/>
            <ac:spMk id="2" creationId="{93C303C2-680D-4E24-BB14-218078BD59FB}"/>
          </ac:spMkLst>
        </pc:spChg>
        <pc:spChg chg="add del mod">
          <ac:chgData name="Jasmin Baechle" userId="b8fdc04e-94c6-4110-ab30-f87698c12aff" providerId="ADAL" clId="{33C1D53B-BE9D-4D9F-A291-3CD9D78C419B}" dt="2021-11-06T10:28:32.854" v="2135"/>
          <ac:spMkLst>
            <pc:docMk/>
            <pc:sldMk cId="1824740385" sldId="257"/>
            <ac:spMk id="8" creationId="{7F68C2A5-123E-4B06-B6C4-79EA50FBDD2D}"/>
          </ac:spMkLst>
        </pc:spChg>
        <pc:spChg chg="add mod">
          <ac:chgData name="Jasmin Baechle" userId="b8fdc04e-94c6-4110-ab30-f87698c12aff" providerId="ADAL" clId="{33C1D53B-BE9D-4D9F-A291-3CD9D78C419B}" dt="2021-11-06T10:28:39.445" v="2137"/>
          <ac:spMkLst>
            <pc:docMk/>
            <pc:sldMk cId="1824740385" sldId="257"/>
            <ac:spMk id="9" creationId="{BF6670F5-CE29-4810-BC89-24F0A53206C2}"/>
          </ac:spMkLst>
        </pc:spChg>
        <pc:spChg chg="mod">
          <ac:chgData name="Jasmin Baechle" userId="b8fdc04e-94c6-4110-ab30-f87698c12aff" providerId="ADAL" clId="{33C1D53B-BE9D-4D9F-A291-3CD9D78C419B}" dt="2021-11-06T11:06:28.300" v="2668" actId="179"/>
          <ac:spMkLst>
            <pc:docMk/>
            <pc:sldMk cId="1824740385" sldId="257"/>
            <ac:spMk id="13" creationId="{E0A5E9C6-5B84-44E5-A2DC-B64460F79C13}"/>
          </ac:spMkLst>
        </pc:spChg>
        <pc:spChg chg="mod">
          <ac:chgData name="Jasmin Baechle" userId="b8fdc04e-94c6-4110-ab30-f87698c12aff" providerId="ADAL" clId="{33C1D53B-BE9D-4D9F-A291-3CD9D78C419B}" dt="2021-11-06T11:05:02.849" v="2660" actId="20577"/>
          <ac:spMkLst>
            <pc:docMk/>
            <pc:sldMk cId="1824740385" sldId="257"/>
            <ac:spMk id="14" creationId="{63D59CC0-C206-43FA-BAE0-7AED21AE1DBA}"/>
          </ac:spMkLst>
        </pc:spChg>
        <pc:picChg chg="add mod ord">
          <ac:chgData name="Jasmin Baechle" userId="b8fdc04e-94c6-4110-ab30-f87698c12aff" providerId="ADAL" clId="{33C1D53B-BE9D-4D9F-A291-3CD9D78C419B}" dt="2021-11-06T11:00:32.236" v="2517" actId="1076"/>
          <ac:picMkLst>
            <pc:docMk/>
            <pc:sldMk cId="1824740385" sldId="257"/>
            <ac:picMk id="5" creationId="{6D2613B1-B2F3-40AA-B26B-CBCF8EF07FE7}"/>
          </ac:picMkLst>
        </pc:picChg>
      </pc:sldChg>
      <pc:sldChg chg="addSp delSp modSp mod modNotesTx">
        <pc:chgData name="Jasmin Baechle" userId="b8fdc04e-94c6-4110-ab30-f87698c12aff" providerId="ADAL" clId="{33C1D53B-BE9D-4D9F-A291-3CD9D78C419B}" dt="2021-11-06T10:28:54.091" v="2141"/>
        <pc:sldMkLst>
          <pc:docMk/>
          <pc:sldMk cId="1004010227" sldId="258"/>
        </pc:sldMkLst>
        <pc:spChg chg="del">
          <ac:chgData name="Jasmin Baechle" userId="b8fdc04e-94c6-4110-ab30-f87698c12aff" providerId="ADAL" clId="{33C1D53B-BE9D-4D9F-A291-3CD9D78C419B}" dt="2021-11-06T10:28:53.243" v="2140" actId="478"/>
          <ac:spMkLst>
            <pc:docMk/>
            <pc:sldMk cId="1004010227" sldId="258"/>
            <ac:spMk id="2" creationId="{93C303C2-680D-4E24-BB14-218078BD59FB}"/>
          </ac:spMkLst>
        </pc:spChg>
        <pc:spChg chg="add mod">
          <ac:chgData name="Jasmin Baechle" userId="b8fdc04e-94c6-4110-ab30-f87698c12aff" providerId="ADAL" clId="{33C1D53B-BE9D-4D9F-A291-3CD9D78C419B}" dt="2021-11-06T10:28:54.091" v="2141"/>
          <ac:spMkLst>
            <pc:docMk/>
            <pc:sldMk cId="1004010227" sldId="258"/>
            <ac:spMk id="7" creationId="{55A27D10-1BAE-4722-94D8-5D85E0740B56}"/>
          </ac:spMkLst>
        </pc:spChg>
        <pc:spChg chg="mod">
          <ac:chgData name="Jasmin Baechle" userId="b8fdc04e-94c6-4110-ab30-f87698c12aff" providerId="ADAL" clId="{33C1D53B-BE9D-4D9F-A291-3CD9D78C419B}" dt="2021-11-06T10:07:40.752" v="1099" actId="14100"/>
          <ac:spMkLst>
            <pc:docMk/>
            <pc:sldMk cId="1004010227" sldId="258"/>
            <ac:spMk id="9" creationId="{63AA6DFF-DBA5-441A-84E0-F12B8D091482}"/>
          </ac:spMkLst>
        </pc:spChg>
        <pc:picChg chg="add mod ord">
          <ac:chgData name="Jasmin Baechle" userId="b8fdc04e-94c6-4110-ab30-f87698c12aff" providerId="ADAL" clId="{33C1D53B-BE9D-4D9F-A291-3CD9D78C419B}" dt="2021-11-06T10:13:00.458" v="1146" actId="167"/>
          <ac:picMkLst>
            <pc:docMk/>
            <pc:sldMk cId="1004010227" sldId="258"/>
            <ac:picMk id="6" creationId="{3FCA82EE-AFC6-46C6-8DB4-608CC04643A2}"/>
          </ac:picMkLst>
        </pc:picChg>
      </pc:sldChg>
      <pc:sldChg chg="addSp delSp modSp mod modClrScheme chgLayout modNotesTx">
        <pc:chgData name="Jasmin Baechle" userId="b8fdc04e-94c6-4110-ab30-f87698c12aff" providerId="ADAL" clId="{33C1D53B-BE9D-4D9F-A291-3CD9D78C419B}" dt="2021-11-06T10:29:00.479" v="2143"/>
        <pc:sldMkLst>
          <pc:docMk/>
          <pc:sldMk cId="660153647" sldId="259"/>
        </pc:sldMkLst>
        <pc:spChg chg="del mod">
          <ac:chgData name="Jasmin Baechle" userId="b8fdc04e-94c6-4110-ab30-f87698c12aff" providerId="ADAL" clId="{33C1D53B-BE9D-4D9F-A291-3CD9D78C419B}" dt="2021-11-06T10:28:59.182" v="2142" actId="478"/>
          <ac:spMkLst>
            <pc:docMk/>
            <pc:sldMk cId="660153647" sldId="259"/>
            <ac:spMk id="2" creationId="{93C303C2-680D-4E24-BB14-218078BD59FB}"/>
          </ac:spMkLst>
        </pc:spChg>
        <pc:spChg chg="mod modVis">
          <ac:chgData name="Jasmin Baechle" userId="b8fdc04e-94c6-4110-ab30-f87698c12aff" providerId="ADAL" clId="{33C1D53B-BE9D-4D9F-A291-3CD9D78C419B}" dt="2021-11-06T10:05:41.536" v="1056" actId="26606"/>
          <ac:spMkLst>
            <pc:docMk/>
            <pc:sldMk cId="660153647" sldId="259"/>
            <ac:spMk id="3" creationId="{6178F473-5E8A-4B6E-8DFB-96A195D1E997}"/>
          </ac:spMkLst>
        </pc:spChg>
        <pc:spChg chg="add del">
          <ac:chgData name="Jasmin Baechle" userId="b8fdc04e-94c6-4110-ab30-f87698c12aff" providerId="ADAL" clId="{33C1D53B-BE9D-4D9F-A291-3CD9D78C419B}" dt="2021-11-06T10:05:41.536" v="1056" actId="26606"/>
          <ac:spMkLst>
            <pc:docMk/>
            <pc:sldMk cId="660153647" sldId="259"/>
            <ac:spMk id="4" creationId="{1B06BD0A-F356-4A5F-8EC3-CE87C12ED736}"/>
          </ac:spMkLst>
        </pc:spChg>
        <pc:spChg chg="add mod">
          <ac:chgData name="Jasmin Baechle" userId="b8fdc04e-94c6-4110-ab30-f87698c12aff" providerId="ADAL" clId="{33C1D53B-BE9D-4D9F-A291-3CD9D78C419B}" dt="2021-11-06T10:07:53.081" v="1100" actId="14100"/>
          <ac:spMkLst>
            <pc:docMk/>
            <pc:sldMk cId="660153647" sldId="259"/>
            <ac:spMk id="9" creationId="{A1F431F3-74A9-4DAE-82E9-11312C547C0B}"/>
          </ac:spMkLst>
        </pc:spChg>
        <pc:spChg chg="add del mod">
          <ac:chgData name="Jasmin Baechle" userId="b8fdc04e-94c6-4110-ab30-f87698c12aff" providerId="ADAL" clId="{33C1D53B-BE9D-4D9F-A291-3CD9D78C419B}" dt="2021-11-06T10:05:41.523" v="1055" actId="26606"/>
          <ac:spMkLst>
            <pc:docMk/>
            <pc:sldMk cId="660153647" sldId="259"/>
            <ac:spMk id="10" creationId="{1506EDA5-F64A-47EF-892E-155F4E70DCBA}"/>
          </ac:spMkLst>
        </pc:spChg>
        <pc:spChg chg="add mod">
          <ac:chgData name="Jasmin Baechle" userId="b8fdc04e-94c6-4110-ab30-f87698c12aff" providerId="ADAL" clId="{33C1D53B-BE9D-4D9F-A291-3CD9D78C419B}" dt="2021-11-06T10:05:59.927" v="1065" actId="20577"/>
          <ac:spMkLst>
            <pc:docMk/>
            <pc:sldMk cId="660153647" sldId="259"/>
            <ac:spMk id="11" creationId="{9AE45D55-E71B-44E2-B700-A9ECAF23FFF4}"/>
          </ac:spMkLst>
        </pc:spChg>
        <pc:spChg chg="add del mod">
          <ac:chgData name="Jasmin Baechle" userId="b8fdc04e-94c6-4110-ab30-f87698c12aff" providerId="ADAL" clId="{33C1D53B-BE9D-4D9F-A291-3CD9D78C419B}" dt="2021-11-06T10:05:41.523" v="1055" actId="26606"/>
          <ac:spMkLst>
            <pc:docMk/>
            <pc:sldMk cId="660153647" sldId="259"/>
            <ac:spMk id="12" creationId="{CD348B93-B292-4FEF-8496-561CA42B502B}"/>
          </ac:spMkLst>
        </pc:spChg>
        <pc:spChg chg="add del mod">
          <ac:chgData name="Jasmin Baechle" userId="b8fdc04e-94c6-4110-ab30-f87698c12aff" providerId="ADAL" clId="{33C1D53B-BE9D-4D9F-A291-3CD9D78C419B}" dt="2021-11-06T10:05:41.523" v="1055" actId="26606"/>
          <ac:spMkLst>
            <pc:docMk/>
            <pc:sldMk cId="660153647" sldId="259"/>
            <ac:spMk id="14" creationId="{249B900F-D263-40C8-8D45-DA7EA00B5547}"/>
          </ac:spMkLst>
        </pc:spChg>
        <pc:spChg chg="add mod">
          <ac:chgData name="Jasmin Baechle" userId="b8fdc04e-94c6-4110-ab30-f87698c12aff" providerId="ADAL" clId="{33C1D53B-BE9D-4D9F-A291-3CD9D78C419B}" dt="2021-11-06T10:29:00.479" v="2143"/>
          <ac:spMkLst>
            <pc:docMk/>
            <pc:sldMk cId="660153647" sldId="259"/>
            <ac:spMk id="15" creationId="{B067313A-3F38-4C23-A275-779AD3B8BF7D}"/>
          </ac:spMkLst>
        </pc:spChg>
        <pc:spChg chg="add del mod">
          <ac:chgData name="Jasmin Baechle" userId="b8fdc04e-94c6-4110-ab30-f87698c12aff" providerId="ADAL" clId="{33C1D53B-BE9D-4D9F-A291-3CD9D78C419B}" dt="2021-11-06T10:05:41.523" v="1055" actId="26606"/>
          <ac:spMkLst>
            <pc:docMk/>
            <pc:sldMk cId="660153647" sldId="259"/>
            <ac:spMk id="16" creationId="{00184781-EA2A-4AB1-B339-19A6A46A3DCF}"/>
          </ac:spMkLst>
        </pc:spChg>
        <pc:spChg chg="add del mod">
          <ac:chgData name="Jasmin Baechle" userId="b8fdc04e-94c6-4110-ab30-f87698c12aff" providerId="ADAL" clId="{33C1D53B-BE9D-4D9F-A291-3CD9D78C419B}" dt="2021-11-06T10:05:41.523" v="1055" actId="26606"/>
          <ac:spMkLst>
            <pc:docMk/>
            <pc:sldMk cId="660153647" sldId="259"/>
            <ac:spMk id="18" creationId="{E8D98E45-E03A-4E98-9066-2CC355D2DB76}"/>
          </ac:spMkLst>
        </pc:spChg>
        <pc:picChg chg="add del">
          <ac:chgData name="Jasmin Baechle" userId="b8fdc04e-94c6-4110-ab30-f87698c12aff" providerId="ADAL" clId="{33C1D53B-BE9D-4D9F-A291-3CD9D78C419B}" dt="2021-11-06T10:05:41.523" v="1055" actId="26606"/>
          <ac:picMkLst>
            <pc:docMk/>
            <pc:sldMk cId="660153647" sldId="259"/>
            <ac:picMk id="6" creationId="{CFEBEBAF-1820-41A8-88D4-2D9723CC17AD}"/>
          </ac:picMkLst>
        </pc:picChg>
        <pc:picChg chg="add mod ord">
          <ac:chgData name="Jasmin Baechle" userId="b8fdc04e-94c6-4110-ab30-f87698c12aff" providerId="ADAL" clId="{33C1D53B-BE9D-4D9F-A291-3CD9D78C419B}" dt="2021-11-06T10:13:06.442" v="1147" actId="167"/>
          <ac:picMkLst>
            <pc:docMk/>
            <pc:sldMk cId="660153647" sldId="259"/>
            <ac:picMk id="13" creationId="{6EA7265C-2521-4D2B-B80C-1EEF38CBEA4F}"/>
          </ac:picMkLst>
        </pc:picChg>
      </pc:sldChg>
      <pc:sldChg chg="del">
        <pc:chgData name="Jasmin Baechle" userId="b8fdc04e-94c6-4110-ab30-f87698c12aff" providerId="ADAL" clId="{33C1D53B-BE9D-4D9F-A291-3CD9D78C419B}" dt="2021-11-06T10:13:12.067" v="1148" actId="2696"/>
        <pc:sldMkLst>
          <pc:docMk/>
          <pc:sldMk cId="4090268808" sldId="260"/>
        </pc:sldMkLst>
      </pc:sldChg>
      <pc:sldChg chg="addSp modSp mod">
        <pc:chgData name="Jasmin Baechle" userId="b8fdc04e-94c6-4110-ab30-f87698c12aff" providerId="ADAL" clId="{33C1D53B-BE9D-4D9F-A291-3CD9D78C419B}" dt="2021-11-06T10:25:47.762" v="2131" actId="403"/>
        <pc:sldMkLst>
          <pc:docMk/>
          <pc:sldMk cId="3755226745" sldId="261"/>
        </pc:sldMkLst>
        <pc:spChg chg="mod">
          <ac:chgData name="Jasmin Baechle" userId="b8fdc04e-94c6-4110-ab30-f87698c12aff" providerId="ADAL" clId="{33C1D53B-BE9D-4D9F-A291-3CD9D78C419B}" dt="2021-11-06T10:25:47.762" v="2131" actId="403"/>
          <ac:spMkLst>
            <pc:docMk/>
            <pc:sldMk cId="3755226745" sldId="261"/>
            <ac:spMk id="2" creationId="{93C303C2-680D-4E24-BB14-218078BD59FB}"/>
          </ac:spMkLst>
        </pc:spChg>
        <pc:spChg chg="mod">
          <ac:chgData name="Jasmin Baechle" userId="b8fdc04e-94c6-4110-ab30-f87698c12aff" providerId="ADAL" clId="{33C1D53B-BE9D-4D9F-A291-3CD9D78C419B}" dt="2021-11-06T10:09:48.918" v="1130" actId="20577"/>
          <ac:spMkLst>
            <pc:docMk/>
            <pc:sldMk cId="3755226745" sldId="261"/>
            <ac:spMk id="13" creationId="{E0A5E9C6-5B84-44E5-A2DC-B64460F79C13}"/>
          </ac:spMkLst>
        </pc:spChg>
        <pc:picChg chg="add mod ord">
          <ac:chgData name="Jasmin Baechle" userId="b8fdc04e-94c6-4110-ab30-f87698c12aff" providerId="ADAL" clId="{33C1D53B-BE9D-4D9F-A291-3CD9D78C419B}" dt="2021-11-06T10:12:44.437" v="1143" actId="167"/>
          <ac:picMkLst>
            <pc:docMk/>
            <pc:sldMk cId="3755226745" sldId="261"/>
            <ac:picMk id="6" creationId="{A83ACDAA-EF06-48A6-B2BA-A52421D666F1}"/>
          </ac:picMkLst>
        </pc:picChg>
      </pc:sldChg>
      <pc:sldChg chg="addSp delSp modSp mod modNotesTx">
        <pc:chgData name="Jasmin Baechle" userId="b8fdc04e-94c6-4110-ab30-f87698c12aff" providerId="ADAL" clId="{33C1D53B-BE9D-4D9F-A291-3CD9D78C419B}" dt="2021-11-06T10:39:58.590" v="2183" actId="20577"/>
        <pc:sldMkLst>
          <pc:docMk/>
          <pc:sldMk cId="3409801000" sldId="262"/>
        </pc:sldMkLst>
        <pc:spChg chg="del">
          <ac:chgData name="Jasmin Baechle" userId="b8fdc04e-94c6-4110-ab30-f87698c12aff" providerId="ADAL" clId="{33C1D53B-BE9D-4D9F-A291-3CD9D78C419B}" dt="2021-11-06T10:28:45.390" v="2138" actId="478"/>
          <ac:spMkLst>
            <pc:docMk/>
            <pc:sldMk cId="3409801000" sldId="262"/>
            <ac:spMk id="2" creationId="{93C303C2-680D-4E24-BB14-218078BD59FB}"/>
          </ac:spMkLst>
        </pc:spChg>
        <pc:spChg chg="add mod">
          <ac:chgData name="Jasmin Baechle" userId="b8fdc04e-94c6-4110-ab30-f87698c12aff" providerId="ADAL" clId="{33C1D53B-BE9D-4D9F-A291-3CD9D78C419B}" dt="2021-11-06T10:28:46.144" v="2139"/>
          <ac:spMkLst>
            <pc:docMk/>
            <pc:sldMk cId="3409801000" sldId="262"/>
            <ac:spMk id="7" creationId="{F5757228-7414-4A20-BE2B-46719DDA6296}"/>
          </ac:spMkLst>
        </pc:spChg>
        <pc:spChg chg="mod">
          <ac:chgData name="Jasmin Baechle" userId="b8fdc04e-94c6-4110-ab30-f87698c12aff" providerId="ADAL" clId="{33C1D53B-BE9D-4D9F-A291-3CD9D78C419B}" dt="2021-11-06T10:39:58.590" v="2183" actId="20577"/>
          <ac:spMkLst>
            <pc:docMk/>
            <pc:sldMk cId="3409801000" sldId="262"/>
            <ac:spMk id="13" creationId="{E0A5E9C6-5B84-44E5-A2DC-B64460F79C13}"/>
          </ac:spMkLst>
        </pc:spChg>
        <pc:picChg chg="add mod ord">
          <ac:chgData name="Jasmin Baechle" userId="b8fdc04e-94c6-4110-ab30-f87698c12aff" providerId="ADAL" clId="{33C1D53B-BE9D-4D9F-A291-3CD9D78C419B}" dt="2021-11-06T10:12:56.535" v="1145" actId="167"/>
          <ac:picMkLst>
            <pc:docMk/>
            <pc:sldMk cId="3409801000" sldId="262"/>
            <ac:picMk id="6" creationId="{CC5824DE-98BA-4436-86CA-C1EB7C3B617C}"/>
          </ac:picMkLst>
        </pc:picChg>
      </pc:sldChg>
      <pc:sldChg chg="modSp add mod">
        <pc:chgData name="Jasmin Baechle" userId="b8fdc04e-94c6-4110-ab30-f87698c12aff" providerId="ADAL" clId="{33C1D53B-BE9D-4D9F-A291-3CD9D78C419B}" dt="2021-11-06T11:05:37.702" v="2661" actId="20577"/>
        <pc:sldMkLst>
          <pc:docMk/>
          <pc:sldMk cId="790560850" sldId="263"/>
        </pc:sldMkLst>
        <pc:spChg chg="mod">
          <ac:chgData name="Jasmin Baechle" userId="b8fdc04e-94c6-4110-ab30-f87698c12aff" providerId="ADAL" clId="{33C1D53B-BE9D-4D9F-A291-3CD9D78C419B}" dt="2021-11-06T11:05:37.702" v="2661" actId="20577"/>
          <ac:spMkLst>
            <pc:docMk/>
            <pc:sldMk cId="790560850" sldId="263"/>
            <ac:spMk id="13" creationId="{E0A5E9C6-5B84-44E5-A2DC-B64460F79C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82216" y="176715"/>
            <a:ext cx="5983605" cy="17856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2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216864" y="9671310"/>
            <a:ext cx="492259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 smtClean="0"/>
              <a:pPr/>
              <a:t>11/6/2021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494926" y="9671310"/>
            <a:ext cx="5567925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175703" y="9671310"/>
            <a:ext cx="190528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41769" y="192454"/>
            <a:ext cx="364262" cy="36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93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theme" Target="../theme/theme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53988" y="617538"/>
            <a:ext cx="3292475" cy="185261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lIns="87598" tIns="43799" rIns="87598" bIns="4379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192788" y="2938490"/>
            <a:ext cx="6506513" cy="646503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99933" y="183269"/>
            <a:ext cx="5900408" cy="185193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157508" y="9658526"/>
            <a:ext cx="540250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 smtClean="0"/>
              <a:pPr/>
              <a:t>11/6/2021</a:t>
            </a:fld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4"/>
          </p:nvPr>
        </p:nvSpPr>
        <p:spPr bwMode="gray">
          <a:xfrm>
            <a:off x="547782" y="9658526"/>
            <a:ext cx="5465661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5"/>
          </p:nvPr>
        </p:nvSpPr>
        <p:spPr bwMode="gray">
          <a:xfrm>
            <a:off x="192834" y="9658526"/>
            <a:ext cx="208896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8071" y="2056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77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1800"/>
      </a:spcBef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Bef>
        <a:spcPts val="300"/>
      </a:spcBef>
      <a:buFontTx/>
      <a:buBlip>
        <a:blip r:embed="rId3"/>
      </a:buBlip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Bef>
        <a:spcPts val="300"/>
      </a:spcBef>
      <a:buFontTx/>
      <a:buBlip>
        <a:blip r:embed="rId4"/>
      </a:buBlip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Bef>
        <a:spcPts val="300"/>
      </a:spcBef>
      <a:buFontTx/>
      <a:buBlip>
        <a:blip r:embed="rId5"/>
      </a:buBlip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stellen wir unsere Idee vor:</a:t>
            </a:r>
          </a:p>
          <a:p>
            <a:pPr marL="171450" indent="-171450">
              <a:buFontTx/>
              <a:buChar char="-"/>
            </a:pPr>
            <a:r>
              <a:rPr lang="de-DE" dirty="0"/>
              <a:t>Ein Restaurant in Lörrach, welches Fusions-Küche anbietet</a:t>
            </a:r>
          </a:p>
          <a:p>
            <a:pPr marL="171450" indent="-171450">
              <a:buFontTx/>
              <a:buChar char="-"/>
            </a:pPr>
            <a:r>
              <a:rPr lang="de-DE" dirty="0"/>
              <a:t>Dabei soll es möglich sein </a:t>
            </a:r>
          </a:p>
          <a:p>
            <a:pPr marL="171450" indent="-171450">
              <a:buFontTx/>
              <a:buChar char="-"/>
            </a:pPr>
            <a:r>
              <a:rPr lang="de-DE" dirty="0"/>
              <a:t>1. Reservierungen online vornehmen zu können</a:t>
            </a:r>
          </a:p>
          <a:p>
            <a:pPr marL="171450" indent="-171450">
              <a:buFontTx/>
              <a:buChar char="-"/>
            </a:pPr>
            <a:r>
              <a:rPr lang="de-DE" dirty="0"/>
              <a:t>2. Eine Lieferung direkt nach Hause auf der Website eingeben</a:t>
            </a:r>
          </a:p>
          <a:p>
            <a:pPr marL="171450" indent="-171450">
              <a:buFontTx/>
              <a:buChar char="-"/>
            </a:pPr>
            <a:r>
              <a:rPr lang="de-DE" dirty="0"/>
              <a:t>3. Und dabei die ungefähre Lieferzeit zurück zu bekommen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672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stellen wir unsere Idee vor:</a:t>
            </a:r>
          </a:p>
          <a:p>
            <a:pPr marL="171450" indent="-171450">
              <a:buFontTx/>
              <a:buChar char="-"/>
            </a:pPr>
            <a:r>
              <a:rPr lang="de-DE" dirty="0"/>
              <a:t>Ein Restaurant in Lörrach, welches Fusions-Küche anbietet</a:t>
            </a:r>
          </a:p>
          <a:p>
            <a:pPr marL="171450" indent="-171450">
              <a:buFontTx/>
              <a:buChar char="-"/>
            </a:pPr>
            <a:r>
              <a:rPr lang="de-DE" dirty="0"/>
              <a:t>Dabei soll es möglich sein </a:t>
            </a:r>
          </a:p>
          <a:p>
            <a:pPr marL="171450" indent="-171450">
              <a:buFontTx/>
              <a:buChar char="-"/>
            </a:pPr>
            <a:r>
              <a:rPr lang="de-DE" dirty="0"/>
              <a:t>1. Reservierungen online vornehmen zu können</a:t>
            </a:r>
          </a:p>
          <a:p>
            <a:pPr marL="171450" indent="-171450">
              <a:buFontTx/>
              <a:buChar char="-"/>
            </a:pPr>
            <a:r>
              <a:rPr lang="de-DE" dirty="0"/>
              <a:t>2. Eine Lieferung direkt nach Hause auf der Website eingeben</a:t>
            </a:r>
          </a:p>
          <a:p>
            <a:pPr marL="171450" indent="-171450">
              <a:buFontTx/>
              <a:buChar char="-"/>
            </a:pPr>
            <a:r>
              <a:rPr lang="de-DE" dirty="0"/>
              <a:t>3. Und dabei die ungefähre Lieferzeit zurück zu bekommen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631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-Der Aufbau der Website beginnt mit Allgemeinen Infos übers </a:t>
            </a:r>
            <a:r>
              <a:rPr lang="de-DE" dirty="0" err="1"/>
              <a:t>restaurant</a:t>
            </a:r>
            <a:endParaRPr lang="de-DE" dirty="0"/>
          </a:p>
          <a:p>
            <a:r>
              <a:rPr lang="de-DE" dirty="0"/>
              <a:t>-danach folgt die </a:t>
            </a:r>
            <a:r>
              <a:rPr lang="de-DE" dirty="0" err="1"/>
              <a:t>Speißekarte</a:t>
            </a:r>
            <a:r>
              <a:rPr lang="de-DE" dirty="0"/>
              <a:t> </a:t>
            </a:r>
          </a:p>
          <a:p>
            <a:r>
              <a:rPr lang="de-DE" dirty="0"/>
              <a:t>-Nach der </a:t>
            </a:r>
            <a:r>
              <a:rPr lang="de-DE" dirty="0" err="1"/>
              <a:t>Speißekarte</a:t>
            </a:r>
            <a:r>
              <a:rPr lang="de-DE" dirty="0"/>
              <a:t> können Reservierungen sowie Lieferungen getätigt werden</a:t>
            </a:r>
          </a:p>
          <a:p>
            <a:r>
              <a:rPr lang="de-DE" dirty="0"/>
              <a:t>-Zum Abschluss folgen die Kontaktinformationen des Restaurants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403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-Um die Lieferzeit berechnen zu können möchten wir eine </a:t>
            </a:r>
            <a:r>
              <a:rPr lang="de-DE" dirty="0" err="1"/>
              <a:t>Geo</a:t>
            </a:r>
            <a:r>
              <a:rPr lang="de-DE" dirty="0"/>
              <a:t> API verwenden</a:t>
            </a:r>
          </a:p>
          <a:p>
            <a:r>
              <a:rPr lang="de-DE" dirty="0"/>
              <a:t>-dafür wird nur die Adresse des Restaurants sowie die Zieladresse benötigt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229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Zum Abschluss möchten wir unseren Prototypen über VS Code kurz vorstellen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595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A2FEF8-95DF-4328-850D-3F7840A62554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579268C1-3555-40F0-9F50-FDE1FC183A0D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January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F626E8-4D4D-4477-BEF3-9372D1A5AD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Logoschutz" hidden="1">
            <a:extLst>
              <a:ext uri="{FF2B5EF4-FFF2-40B4-BE49-F238E27FC236}">
                <a16:creationId xmlns:a16="http://schemas.microsoft.com/office/drawing/2014/main" id="{C9A9C5E1-5EC5-4E10-A801-6F56DB71E6CD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3305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F33C267-8000-477D-991A-6C15839D7000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January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0614FA-2289-4D50-861D-D1CE2042502D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CD53346-3B88-4ECD-BC3C-B158CECCD4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2FE56050-78D4-446C-87C6-B9C42DDC4070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6417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8331062-53AF-412B-A235-6DCBA819F08B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CDB9F33-836B-4915-B13C-79B01E209756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January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895202-4A4D-43A2-B3BF-4253EA640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82EE1829-716E-40CB-A4A0-CAB36B35864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6729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 bwMode="gray">
          <a:xfrm>
            <a:off x="1976765" y="403540"/>
            <a:ext cx="9624002" cy="86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13"/>
          </p:nvPr>
        </p:nvSpPr>
        <p:spPr bwMode="gray">
          <a:xfrm>
            <a:off x="2005337" y="1843721"/>
            <a:ext cx="4680000" cy="4641030"/>
          </a:xfrm>
        </p:spPr>
        <p:txBody>
          <a:bodyPr/>
          <a:lstStyle>
            <a:lvl1pPr marL="270000" indent="-270000">
              <a:spcBef>
                <a:spcPts val="1800"/>
              </a:spcBef>
              <a:spcAft>
                <a:spcPts val="0"/>
              </a:spcAft>
              <a:buFontTx/>
              <a:buBlip>
                <a:blip r:embed="rId3"/>
              </a:buBlip>
              <a:defRPr sz="20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5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6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8FAAE86-FF76-44CC-A668-018373AE554F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 bwMode="black">
          <a:xfrm>
            <a:off x="7804236" y="1"/>
            <a:ext cx="4386177" cy="6858000"/>
            <a:chOff x="7804236" y="1"/>
            <a:chExt cx="4386177" cy="6858000"/>
          </a:xfrm>
        </p:grpSpPr>
        <p:sp>
          <p:nvSpPr>
            <p:cNvPr id="19" name="Freeform 6"/>
            <p:cNvSpPr>
              <a:spLocks/>
            </p:cNvSpPr>
            <p:nvPr userDrawn="1"/>
          </p:nvSpPr>
          <p:spPr bwMode="black">
            <a:xfrm>
              <a:off x="7804236" y="1"/>
              <a:ext cx="2489310" cy="6858000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black">
            <a:xfrm>
              <a:off x="8456276" y="1408976"/>
              <a:ext cx="3734137" cy="5449024"/>
            </a:xfrm>
            <a:custGeom>
              <a:avLst/>
              <a:gdLst>
                <a:gd name="T0" fmla="*/ 0 w 2785"/>
                <a:gd name="T1" fmla="*/ 4064 h 4064"/>
                <a:gd name="T2" fmla="*/ 11 w 2785"/>
                <a:gd name="T3" fmla="*/ 4064 h 4064"/>
                <a:gd name="T4" fmla="*/ 2785 w 2785"/>
                <a:gd name="T5" fmla="*/ 17 h 4064"/>
                <a:gd name="T6" fmla="*/ 2785 w 2785"/>
                <a:gd name="T7" fmla="*/ 0 h 4064"/>
                <a:gd name="T8" fmla="*/ 0 w 2785"/>
                <a:gd name="T9" fmla="*/ 4064 h 4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5" h="4064">
                  <a:moveTo>
                    <a:pt x="0" y="4064"/>
                  </a:moveTo>
                  <a:lnTo>
                    <a:pt x="11" y="4064"/>
                  </a:lnTo>
                  <a:lnTo>
                    <a:pt x="2785" y="17"/>
                  </a:lnTo>
                  <a:lnTo>
                    <a:pt x="2785" y="0"/>
                  </a:lnTo>
                  <a:lnTo>
                    <a:pt x="0" y="406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6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296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254" userDrawn="1">
          <p15:clr>
            <a:srgbClr val="FBAE40"/>
          </p15:clr>
        </p15:guide>
        <p15:guide id="2" orient="horz" pos="4086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  <p15:guide id="4" pos="42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invGray">
          <a:xfrm>
            <a:off x="0" y="0"/>
            <a:ext cx="2104575" cy="6861175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1175"/>
              <a:gd name="connsiteX1" fmla="*/ 2104575 w 2104575"/>
              <a:gd name="connsiteY1" fmla="*/ 0 h 6861175"/>
              <a:gd name="connsiteX2" fmla="*/ 650732 w 2104575"/>
              <a:gd name="connsiteY2" fmla="*/ 6861175 h 6861175"/>
              <a:gd name="connsiteX3" fmla="*/ 0 w 2104575"/>
              <a:gd name="connsiteY3" fmla="*/ 6858000 h 6861175"/>
              <a:gd name="connsiteX4" fmla="*/ 0 w 2104575"/>
              <a:gd name="connsiteY4" fmla="*/ 0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1175">
                <a:moveTo>
                  <a:pt x="0" y="0"/>
                </a:moveTo>
                <a:lnTo>
                  <a:pt x="2104575" y="0"/>
                </a:lnTo>
                <a:lnTo>
                  <a:pt x="650732" y="6861175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61A5D"/>
              </a:gs>
              <a:gs pos="50000">
                <a:srgbClr val="E61A5D"/>
              </a:gs>
              <a:gs pos="84000">
                <a:srgbClr val="E61A5D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7D638D7-8796-4CCC-8CE6-AEAD9E04E798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6846097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809949" y="1473902"/>
            <a:ext cx="4140000" cy="1440753"/>
          </a:xfrm>
        </p:spPr>
        <p:txBody>
          <a:bodyPr anchor="b"/>
          <a:lstStyle>
            <a:lvl1pPr algn="r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 bwMode="black">
          <a:xfrm>
            <a:off x="4710111" y="1"/>
            <a:ext cx="2593510" cy="6858000"/>
            <a:chOff x="4710111" y="1"/>
            <a:chExt cx="2593510" cy="6858000"/>
          </a:xfrm>
        </p:grpSpPr>
        <p:sp>
          <p:nvSpPr>
            <p:cNvPr id="50" name="Freeform 6"/>
            <p:cNvSpPr>
              <a:spLocks/>
            </p:cNvSpPr>
            <p:nvPr userDrawn="1"/>
          </p:nvSpPr>
          <p:spPr bwMode="black">
            <a:xfrm>
              <a:off x="4710111" y="1"/>
              <a:ext cx="2393982" cy="6858000"/>
            </a:xfrm>
            <a:custGeom>
              <a:avLst/>
              <a:gdLst>
                <a:gd name="T0" fmla="*/ 9 w 1781"/>
                <a:gd name="T1" fmla="*/ 5102 h 5102"/>
                <a:gd name="T2" fmla="*/ 1781 w 1781"/>
                <a:gd name="T3" fmla="*/ 0 h 5102"/>
                <a:gd name="T4" fmla="*/ 1770 w 1781"/>
                <a:gd name="T5" fmla="*/ 0 h 5102"/>
                <a:gd name="T6" fmla="*/ 0 w 1781"/>
                <a:gd name="T7" fmla="*/ 5102 h 5102"/>
                <a:gd name="T8" fmla="*/ 9 w 1781"/>
                <a:gd name="T9" fmla="*/ 5102 h 5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1" h="5102">
                  <a:moveTo>
                    <a:pt x="9" y="5102"/>
                  </a:moveTo>
                  <a:lnTo>
                    <a:pt x="1781" y="0"/>
                  </a:lnTo>
                  <a:lnTo>
                    <a:pt x="1770" y="0"/>
                  </a:lnTo>
                  <a:lnTo>
                    <a:pt x="0" y="5102"/>
                  </a:lnTo>
                  <a:lnTo>
                    <a:pt x="9" y="5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black">
            <a:xfrm>
              <a:off x="5945695" y="2"/>
              <a:ext cx="1357926" cy="6857998"/>
            </a:xfrm>
            <a:custGeom>
              <a:avLst/>
              <a:gdLst>
                <a:gd name="T0" fmla="*/ 9 w 1013"/>
                <a:gd name="T1" fmla="*/ 5116 h 5116"/>
                <a:gd name="T2" fmla="*/ 1013 w 1013"/>
                <a:gd name="T3" fmla="*/ 0 h 5116"/>
                <a:gd name="T4" fmla="*/ 1004 w 1013"/>
                <a:gd name="T5" fmla="*/ 0 h 5116"/>
                <a:gd name="T6" fmla="*/ 0 w 1013"/>
                <a:gd name="T7" fmla="*/ 5116 h 5116"/>
                <a:gd name="T8" fmla="*/ 9 w 1013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3" h="5116">
                  <a:moveTo>
                    <a:pt x="9" y="5116"/>
                  </a:moveTo>
                  <a:lnTo>
                    <a:pt x="1013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2297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 bwMode="black">
          <a:xfrm>
            <a:off x="5739926" y="0"/>
            <a:ext cx="6450487" cy="6858000"/>
            <a:chOff x="-7368753" y="-1854009"/>
            <a:chExt cx="6299342" cy="6697306"/>
          </a:xfrm>
        </p:grpSpPr>
        <p:sp>
          <p:nvSpPr>
            <p:cNvPr id="37" name="Freeform 6"/>
            <p:cNvSpPr>
              <a:spLocks/>
            </p:cNvSpPr>
            <p:nvPr userDrawn="1"/>
          </p:nvSpPr>
          <p:spPr bwMode="black">
            <a:xfrm>
              <a:off x="-3543591" y="1231517"/>
              <a:ext cx="2474180" cy="3611780"/>
            </a:xfrm>
            <a:custGeom>
              <a:avLst/>
              <a:gdLst>
                <a:gd name="T0" fmla="*/ 0 w 1890"/>
                <a:gd name="T1" fmla="*/ 2759 h 2759"/>
                <a:gd name="T2" fmla="*/ 12 w 1890"/>
                <a:gd name="T3" fmla="*/ 2759 h 2759"/>
                <a:gd name="T4" fmla="*/ 1890 w 1890"/>
                <a:gd name="T5" fmla="*/ 17 h 2759"/>
                <a:gd name="T6" fmla="*/ 1890 w 1890"/>
                <a:gd name="T7" fmla="*/ 0 h 2759"/>
                <a:gd name="T8" fmla="*/ 0 w 1890"/>
                <a:gd name="T9" fmla="*/ 2759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0" h="2759">
                  <a:moveTo>
                    <a:pt x="0" y="2759"/>
                  </a:moveTo>
                  <a:lnTo>
                    <a:pt x="12" y="2759"/>
                  </a:lnTo>
                  <a:lnTo>
                    <a:pt x="1890" y="17"/>
                  </a:lnTo>
                  <a:lnTo>
                    <a:pt x="1890" y="0"/>
                  </a:lnTo>
                  <a:lnTo>
                    <a:pt x="0" y="27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38" name="Freeform 7"/>
            <p:cNvSpPr>
              <a:spLocks/>
            </p:cNvSpPr>
            <p:nvPr userDrawn="1"/>
          </p:nvSpPr>
          <p:spPr bwMode="black">
            <a:xfrm>
              <a:off x="-7368753" y="-1854009"/>
              <a:ext cx="1327417" cy="6697305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7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7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</p:grpSp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5E2"/>
              </a:gs>
              <a:gs pos="50000">
                <a:srgbClr val="00A5E2"/>
              </a:gs>
              <a:gs pos="84000">
                <a:schemeClr val="accent2">
                  <a:alpha val="0"/>
                </a:scheme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678387" y="2989333"/>
            <a:ext cx="4500000" cy="1440753"/>
          </a:xfrm>
        </p:spPr>
        <p:txBody>
          <a:bodyPr anchor="t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D080DD9-49B8-4603-936C-6A08F0541BA0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1902190" y="2134650"/>
            <a:ext cx="4500000" cy="720000"/>
          </a:xfrm>
        </p:spPr>
        <p:txBody>
          <a:bodyPr anchor="b"/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86893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C713"/>
              </a:gs>
              <a:gs pos="50000">
                <a:srgbClr val="74C713"/>
              </a:gs>
              <a:gs pos="84000">
                <a:srgbClr val="74C713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854344" y="1462158"/>
            <a:ext cx="4500000" cy="1440753"/>
          </a:xfrm>
        </p:spPr>
        <p:txBody>
          <a:bodyPr anchor="b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67E0C7B-342B-4B60-BBFA-D89E1406DD42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8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55681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3"/>
                </a:solidFill>
              </a:defRPr>
            </a:lvl1pPr>
            <a:lvl2pPr marL="0" indent="0" algn="l">
              <a:buNone/>
              <a:defRPr sz="2400" b="1">
                <a:solidFill>
                  <a:schemeClr val="accent3"/>
                </a:solidFill>
              </a:defRPr>
            </a:lvl2pPr>
            <a:lvl3pPr marL="0" indent="0" algn="l">
              <a:buNone/>
              <a:defRPr sz="2400" b="1">
                <a:solidFill>
                  <a:schemeClr val="accent3"/>
                </a:solidFill>
              </a:defRPr>
            </a:lvl3pPr>
            <a:lvl4pPr marL="0" indent="0" algn="l">
              <a:buNone/>
              <a:defRPr sz="2400" b="1">
                <a:solidFill>
                  <a:schemeClr val="accent3"/>
                </a:solidFill>
              </a:defRPr>
            </a:lvl4pPr>
            <a:lvl5pPr marL="0" indent="0" algn="l">
              <a:buNone/>
              <a:defRPr sz="2400" b="1">
                <a:solidFill>
                  <a:schemeClr val="accent3"/>
                </a:solidFill>
              </a:defRPr>
            </a:lvl5pPr>
            <a:lvl6pPr marL="0" indent="0" algn="l">
              <a:buNone/>
              <a:defRPr sz="2400" b="1">
                <a:solidFill>
                  <a:schemeClr val="accent3"/>
                </a:solidFill>
              </a:defRPr>
            </a:lvl6pPr>
            <a:lvl7pPr marL="0" indent="0" algn="l">
              <a:buNone/>
              <a:defRPr sz="2400" b="1">
                <a:solidFill>
                  <a:schemeClr val="accent3"/>
                </a:solidFill>
              </a:defRPr>
            </a:lvl7pPr>
            <a:lvl8pPr marL="0" indent="0" algn="l">
              <a:buNone/>
              <a:defRPr sz="2400" b="1">
                <a:solidFill>
                  <a:schemeClr val="accent3"/>
                </a:solidFill>
              </a:defRPr>
            </a:lvl8pPr>
            <a:lvl9pPr marL="0" indent="0" algn="l">
              <a:buNone/>
              <a:defRPr sz="24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 bwMode="black">
          <a:xfrm>
            <a:off x="759608" y="1"/>
            <a:ext cx="4148849" cy="6858000"/>
            <a:chOff x="-13927138" y="-1074738"/>
            <a:chExt cx="4913313" cy="8121651"/>
          </a:xfrm>
          <a:solidFill>
            <a:schemeClr val="bg1"/>
          </a:solidFill>
        </p:grpSpPr>
        <p:sp>
          <p:nvSpPr>
            <p:cNvPr id="26" name="Freeform 6"/>
            <p:cNvSpPr>
              <a:spLocks/>
            </p:cNvSpPr>
            <p:nvPr userDrawn="1"/>
          </p:nvSpPr>
          <p:spPr bwMode="black">
            <a:xfrm>
              <a:off x="-13927138" y="-1074738"/>
              <a:ext cx="2947988" cy="8121651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 userDrawn="1"/>
          </p:nvSpPr>
          <p:spPr bwMode="black">
            <a:xfrm>
              <a:off x="-10623550" y="-1074738"/>
              <a:ext cx="1609725" cy="8121651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4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05661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240F759-6C5A-4A96-885E-3AC3B4871ADC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‹Nr.›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71794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 userDrawn="1">
          <p15:clr>
            <a:srgbClr val="FBAE40"/>
          </p15:clr>
        </p15:guide>
        <p15:guide id="2" pos="7423" userDrawn="1">
          <p15:clr>
            <a:srgbClr val="FBAE40"/>
          </p15:clr>
        </p15:guide>
        <p15:guide id="3" orient="horz" pos="1094" userDrawn="1">
          <p15:clr>
            <a:srgbClr val="FBAE40"/>
          </p15:clr>
        </p15:guide>
        <p15:guide id="4" orient="horz" pos="408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5CC9A96C-B18F-4A61-9FE9-4BC0ED17C09C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‹Nr.›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981820" y="1732750"/>
            <a:ext cx="5220000" cy="4752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7"/>
          </p:nvPr>
        </p:nvSpPr>
        <p:spPr>
          <a:xfrm>
            <a:off x="6559603" y="1732750"/>
            <a:ext cx="5220000" cy="4752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415046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08" userDrawn="1">
          <p15:clr>
            <a:srgbClr val="FBAE40"/>
          </p15:clr>
        </p15:guide>
        <p15:guide id="2" pos="4134" userDrawn="1">
          <p15:clr>
            <a:srgbClr val="FBAE40"/>
          </p15:clr>
        </p15:guide>
        <p15:guide id="3" orient="horz" pos="1094" userDrawn="1">
          <p15:clr>
            <a:srgbClr val="FBAE40"/>
          </p15:clr>
        </p15:guide>
        <p15:guide id="4" orient="horz" pos="4085" userDrawn="1">
          <p15:clr>
            <a:srgbClr val="FBAE40"/>
          </p15:clr>
        </p15:guide>
        <p15:guide id="5" pos="619" userDrawn="1">
          <p15:clr>
            <a:srgbClr val="FBAE40"/>
          </p15:clr>
        </p15:guide>
        <p15:guide id="7" pos="742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2) &amp; Image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64ACC3FA-741F-4DD7-A29C-E85845E74CE5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1" name="Text Placeholder 10 (left)"/>
          <p:cNvSpPr>
            <a:spLocks noGrp="1"/>
          </p:cNvSpPr>
          <p:nvPr>
            <p:ph type="body" sz="quarter" idx="14"/>
          </p:nvPr>
        </p:nvSpPr>
        <p:spPr bwMode="gray">
          <a:xfrm>
            <a:off x="981820" y="3892749"/>
            <a:ext cx="5220000" cy="2592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2" name="Text Placeholder 10 (right)"/>
          <p:cNvSpPr>
            <a:spLocks noGrp="1"/>
          </p:cNvSpPr>
          <p:nvPr>
            <p:ph type="body" sz="quarter" idx="15"/>
          </p:nvPr>
        </p:nvSpPr>
        <p:spPr bwMode="gray">
          <a:xfrm>
            <a:off x="6559719" y="3892749"/>
            <a:ext cx="5220000" cy="2592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5" name="Picture Placeholder 14 (left)"/>
          <p:cNvSpPr>
            <a:spLocks noGrp="1"/>
          </p:cNvSpPr>
          <p:nvPr>
            <p:ph type="pic" sz="quarter" idx="16"/>
          </p:nvPr>
        </p:nvSpPr>
        <p:spPr bwMode="gray">
          <a:xfrm>
            <a:off x="981820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Picture Placeholder 14 (right)"/>
          <p:cNvSpPr>
            <a:spLocks noGrp="1"/>
          </p:cNvSpPr>
          <p:nvPr>
            <p:ph type="pic" sz="quarter" idx="17"/>
          </p:nvPr>
        </p:nvSpPr>
        <p:spPr bwMode="gray">
          <a:xfrm>
            <a:off x="6559719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57423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08" userDrawn="1">
          <p15:clr>
            <a:srgbClr val="FBAE40"/>
          </p15:clr>
        </p15:guide>
        <p15:guide id="2" pos="4134" userDrawn="1">
          <p15:clr>
            <a:srgbClr val="FBAE40"/>
          </p15:clr>
        </p15:guide>
        <p15:guide id="3" orient="horz" pos="2228" userDrawn="1">
          <p15:clr>
            <a:srgbClr val="FBAE40"/>
          </p15:clr>
        </p15:guide>
        <p15:guide id="4" orient="horz" pos="2455" userDrawn="1">
          <p15:clr>
            <a:srgbClr val="FBAE40"/>
          </p15:clr>
        </p15:guide>
        <p15:guide id="5" pos="619" userDrawn="1">
          <p15:clr>
            <a:srgbClr val="FBAE40"/>
          </p15:clr>
        </p15:guide>
        <p15:guide id="6" pos="7423" userDrawn="1">
          <p15:clr>
            <a:srgbClr val="FBAE40"/>
          </p15:clr>
        </p15:guide>
        <p15:guide id="7" orient="horz" pos="1094" userDrawn="1">
          <p15:clr>
            <a:srgbClr val="FBAE40"/>
          </p15:clr>
        </p15:guide>
        <p15:guide id="8" orient="horz" pos="408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981821" y="181938"/>
            <a:ext cx="10798460" cy="864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09B50E6-EFC3-4D55-B5FD-6C07B3F1809C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‹Nr.›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42493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 userDrawn="1">
          <p15:clr>
            <a:srgbClr val="FBAE40"/>
          </p15:clr>
        </p15:guide>
        <p15:guide id="2" pos="7423" userDrawn="1">
          <p15:clr>
            <a:srgbClr val="FBAE40"/>
          </p15:clr>
        </p15:guide>
        <p15:guide id="3" orient="horz" pos="4086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  <p15:guide id="5" pos="2150" userDrawn="1">
          <p15:clr>
            <a:srgbClr val="FBAE40"/>
          </p15:clr>
        </p15:guide>
        <p15:guide id="6" pos="2376" userDrawn="1">
          <p15:clr>
            <a:srgbClr val="FBAE40"/>
          </p15:clr>
        </p15:guide>
        <p15:guide id="7" pos="3908" userDrawn="1">
          <p15:clr>
            <a:srgbClr val="FBAE40"/>
          </p15:clr>
        </p15:guide>
        <p15:guide id="8" pos="4021" userDrawn="1">
          <p15:clr>
            <a:srgbClr val="FBAE40"/>
          </p15:clr>
        </p15:guide>
        <p15:guide id="9" pos="4134" userDrawn="1">
          <p15:clr>
            <a:srgbClr val="FBAE40"/>
          </p15:clr>
        </p15:guide>
        <p15:guide id="10" pos="5667" userDrawn="1">
          <p15:clr>
            <a:srgbClr val="FBAE40"/>
          </p15:clr>
        </p15:guide>
        <p15:guide id="11" pos="5894" userDrawn="1">
          <p15:clr>
            <a:srgbClr val="FBAE40"/>
          </p15:clr>
        </p15:guide>
        <p15:guide id="13" orient="horz" pos="2704" userDrawn="1">
          <p15:clr>
            <a:srgbClr val="FBAE40"/>
          </p15:clr>
        </p15:guide>
        <p15:guide id="14" orient="horz" pos="2591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color/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invGray">
          <a:xfrm>
            <a:off x="981821" y="1138299"/>
            <a:ext cx="1079846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</a:defRPr>
            </a:lvl2pPr>
            <a:lvl3pPr marL="0" indent="0" algn="l">
              <a:buNone/>
              <a:defRPr sz="1800">
                <a:solidFill>
                  <a:schemeClr val="bg1"/>
                </a:solidFill>
              </a:defRPr>
            </a:lvl3pPr>
            <a:lvl4pPr marL="0" indent="0" algn="l">
              <a:buNone/>
              <a:defRPr sz="1800">
                <a:solidFill>
                  <a:schemeClr val="bg1"/>
                </a:solidFill>
              </a:defRPr>
            </a:lvl4pPr>
            <a:lvl5pPr marL="0" indent="0" algn="l">
              <a:buNone/>
              <a:defRPr sz="1800">
                <a:solidFill>
                  <a:schemeClr val="bg1"/>
                </a:solidFill>
              </a:defRPr>
            </a:lvl5pPr>
            <a:lvl6pPr marL="0" indent="0" algn="l">
              <a:buNone/>
              <a:defRPr sz="1800">
                <a:solidFill>
                  <a:schemeClr val="bg1"/>
                </a:solidFill>
              </a:defRPr>
            </a:lvl6pPr>
            <a:lvl7pPr marL="0" indent="0" algn="l">
              <a:buNone/>
              <a:defRPr sz="1800">
                <a:solidFill>
                  <a:schemeClr val="bg1"/>
                </a:solidFill>
              </a:defRPr>
            </a:lvl7pPr>
            <a:lvl8pPr marL="0" indent="0" algn="l">
              <a:buNone/>
              <a:defRPr sz="1800">
                <a:solidFill>
                  <a:schemeClr val="bg1"/>
                </a:solidFill>
              </a:defRPr>
            </a:lvl8pPr>
            <a:lvl9pPr marL="0" indent="0" algn="l"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invGray"/>
        <p:txBody>
          <a:bodyPr/>
          <a:lstStyle/>
          <a:p>
            <a:fld id="{0EA7F3AE-922E-4A2E-A184-1A6BB453B592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196018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11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 userDrawn="1">
          <p15:clr>
            <a:srgbClr val="FBAE40"/>
          </p15:clr>
        </p15:guide>
        <p15:guide id="2" pos="7423" userDrawn="1">
          <p15:clr>
            <a:srgbClr val="FBAE40"/>
          </p15:clr>
        </p15:guide>
        <p15:guide id="3" orient="horz" pos="1094" userDrawn="1">
          <p15:clr>
            <a:srgbClr val="FBAE40"/>
          </p15:clr>
        </p15:guide>
        <p15:guide id="4" orient="horz" pos="2704" userDrawn="1">
          <p15:clr>
            <a:srgbClr val="FBAE40"/>
          </p15:clr>
        </p15:guide>
        <p15:guide id="5" orient="horz" pos="2478" userDrawn="1">
          <p15:clr>
            <a:srgbClr val="FBAE40"/>
          </p15:clr>
        </p15:guide>
        <p15:guide id="6" orient="horz" pos="4086" userDrawn="1">
          <p15:clr>
            <a:srgbClr val="FBAE40"/>
          </p15:clr>
        </p15:guide>
        <p15:guide id="7" orient="horz" pos="2591" userDrawn="1">
          <p15:clr>
            <a:srgbClr val="FBAE40"/>
          </p15:clr>
        </p15:guide>
        <p15:guide id="8" pos="2150" userDrawn="1">
          <p15:clr>
            <a:srgbClr val="FBAE40"/>
          </p15:clr>
        </p15:guide>
        <p15:guide id="9" pos="2376" userDrawn="1">
          <p15:clr>
            <a:srgbClr val="FBAE40"/>
          </p15:clr>
        </p15:guide>
        <p15:guide id="10" pos="3908" userDrawn="1">
          <p15:clr>
            <a:srgbClr val="FBAE40"/>
          </p15:clr>
        </p15:guide>
        <p15:guide id="11" pos="4021" userDrawn="1">
          <p15:clr>
            <a:srgbClr val="FBAE40"/>
          </p15:clr>
        </p15:guide>
        <p15:guide id="12" pos="4134" userDrawn="1">
          <p15:clr>
            <a:srgbClr val="FBAE40"/>
          </p15:clr>
        </p15:guide>
        <p15:guide id="13" pos="5667" userDrawn="1">
          <p15:clr>
            <a:srgbClr val="FBAE40"/>
          </p15:clr>
        </p15:guide>
        <p15:guide id="14" pos="589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invGray">
          <a:xfrm>
            <a:off x="981821" y="1138299"/>
            <a:ext cx="1079846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</a:defRPr>
            </a:lvl2pPr>
            <a:lvl3pPr marL="0" indent="0" algn="l">
              <a:buNone/>
              <a:defRPr sz="1800">
                <a:solidFill>
                  <a:schemeClr val="bg1"/>
                </a:solidFill>
              </a:defRPr>
            </a:lvl3pPr>
            <a:lvl4pPr marL="0" indent="0" algn="l">
              <a:buNone/>
              <a:defRPr sz="1800">
                <a:solidFill>
                  <a:schemeClr val="bg1"/>
                </a:solidFill>
              </a:defRPr>
            </a:lvl4pPr>
            <a:lvl5pPr marL="0" indent="0" algn="l">
              <a:buNone/>
              <a:defRPr sz="1800">
                <a:solidFill>
                  <a:schemeClr val="bg1"/>
                </a:solidFill>
              </a:defRPr>
            </a:lvl5pPr>
            <a:lvl6pPr marL="0" indent="0" algn="l">
              <a:buNone/>
              <a:defRPr sz="1800">
                <a:solidFill>
                  <a:schemeClr val="bg1"/>
                </a:solidFill>
              </a:defRPr>
            </a:lvl6pPr>
            <a:lvl7pPr marL="0" indent="0" algn="l">
              <a:buNone/>
              <a:defRPr sz="1800">
                <a:solidFill>
                  <a:schemeClr val="bg1"/>
                </a:solidFill>
              </a:defRPr>
            </a:lvl7pPr>
            <a:lvl8pPr marL="0" indent="0" algn="l">
              <a:buNone/>
              <a:defRPr sz="1800">
                <a:solidFill>
                  <a:schemeClr val="bg1"/>
                </a:solidFill>
              </a:defRPr>
            </a:lvl8pPr>
            <a:lvl9pPr marL="0" indent="0" algn="l"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invGray"/>
        <p:txBody>
          <a:bodyPr/>
          <a:lstStyle/>
          <a:p>
            <a:fld id="{F5D252DB-0ED2-464E-8741-6A8F1AFB279A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74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 userDrawn="1">
          <p15:clr>
            <a:srgbClr val="FBAE40"/>
          </p15:clr>
        </p15:guide>
        <p15:guide id="2" pos="7423" userDrawn="1">
          <p15:clr>
            <a:srgbClr val="FBAE40"/>
          </p15:clr>
        </p15:guide>
        <p15:guide id="3" orient="horz" pos="1094" userDrawn="1">
          <p15:clr>
            <a:srgbClr val="FBAE40"/>
          </p15:clr>
        </p15:guide>
        <p15:guide id="4" orient="horz" pos="2478" userDrawn="1">
          <p15:clr>
            <a:srgbClr val="FBAE40"/>
          </p15:clr>
        </p15:guide>
        <p15:guide id="5" orient="horz" pos="2591" userDrawn="1">
          <p15:clr>
            <a:srgbClr val="FBAE40"/>
          </p15:clr>
        </p15:guide>
        <p15:guide id="6" orient="horz" pos="2704" userDrawn="1">
          <p15:clr>
            <a:srgbClr val="FBAE40"/>
          </p15:clr>
        </p15:guide>
        <p15:guide id="7" orient="horz" pos="4085" userDrawn="1">
          <p15:clr>
            <a:srgbClr val="FBAE40"/>
          </p15:clr>
        </p15:guide>
        <p15:guide id="8" pos="2150" userDrawn="1">
          <p15:clr>
            <a:srgbClr val="FBAE40"/>
          </p15:clr>
        </p15:guide>
        <p15:guide id="9" pos="2376" userDrawn="1">
          <p15:clr>
            <a:srgbClr val="FBAE40"/>
          </p15:clr>
        </p15:guide>
        <p15:guide id="10" pos="3908" userDrawn="1">
          <p15:clr>
            <a:srgbClr val="FBAE40"/>
          </p15:clr>
        </p15:guide>
        <p15:guide id="11" pos="4021" userDrawn="1">
          <p15:clr>
            <a:srgbClr val="FBAE40"/>
          </p15:clr>
        </p15:guide>
        <p15:guide id="12" pos="4134" userDrawn="1">
          <p15:clr>
            <a:srgbClr val="FBAE40"/>
          </p15:clr>
        </p15:guide>
        <p15:guide id="14" pos="5667" userDrawn="1">
          <p15:clr>
            <a:srgbClr val="FBAE40"/>
          </p15:clr>
        </p15:guide>
        <p15:guide id="15" pos="589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>
            <a:spLocks noGrp="1"/>
          </p:cNvSpPr>
          <p:nvPr>
            <p:ph type="subTitle" idx="1"/>
          </p:nvPr>
        </p:nvSpPr>
        <p:spPr bwMode="gray">
          <a:xfrm>
            <a:off x="980282" y="1052513"/>
            <a:ext cx="10800000" cy="5432237"/>
          </a:xfrm>
        </p:spPr>
        <p:txBody>
          <a:bodyPr bIns="0" anchor="ctr"/>
          <a:lstStyle>
            <a:lvl1pPr marL="0" indent="0" algn="l">
              <a:buNone/>
              <a:defRPr sz="6600">
                <a:solidFill>
                  <a:schemeClr val="tx2"/>
                </a:solidFill>
              </a:defRPr>
            </a:lvl1pPr>
            <a:lvl2pPr marL="0" indent="0" algn="l">
              <a:buNone/>
              <a:defRPr sz="6600">
                <a:solidFill>
                  <a:schemeClr val="tx2"/>
                </a:solidFill>
              </a:defRPr>
            </a:lvl2pPr>
            <a:lvl3pPr marL="0" indent="0" algn="l">
              <a:buNone/>
              <a:defRPr sz="6600">
                <a:solidFill>
                  <a:schemeClr val="tx2"/>
                </a:solidFill>
              </a:defRPr>
            </a:lvl3pPr>
            <a:lvl4pPr marL="0" indent="0" algn="l">
              <a:buNone/>
              <a:defRPr sz="6600">
                <a:solidFill>
                  <a:schemeClr val="tx2"/>
                </a:solidFill>
              </a:defRPr>
            </a:lvl4pPr>
            <a:lvl5pPr marL="0" indent="0" algn="l">
              <a:buNone/>
              <a:defRPr sz="6600">
                <a:solidFill>
                  <a:schemeClr val="tx2"/>
                </a:solidFill>
              </a:defRPr>
            </a:lvl5pPr>
            <a:lvl6pPr marL="0" indent="0" algn="l">
              <a:buNone/>
              <a:defRPr sz="6600">
                <a:solidFill>
                  <a:schemeClr val="tx2"/>
                </a:solidFill>
              </a:defRPr>
            </a:lvl6pPr>
            <a:lvl7pPr marL="0" indent="0" algn="l">
              <a:buNone/>
              <a:defRPr sz="6600">
                <a:solidFill>
                  <a:schemeClr val="tx2"/>
                </a:solidFill>
              </a:defRPr>
            </a:lvl7pPr>
            <a:lvl8pPr marL="0" indent="0" algn="l">
              <a:buNone/>
              <a:defRPr sz="6600">
                <a:solidFill>
                  <a:schemeClr val="tx2"/>
                </a:solidFill>
              </a:defRPr>
            </a:lvl8pPr>
            <a:lvl9pPr marL="0" indent="0" algn="l">
              <a:buNone/>
              <a:defRPr sz="6600"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7CF3B6FA-5BE5-423F-AE86-D3FCA9B0BA1B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42726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 userDrawn="1">
          <p15:clr>
            <a:srgbClr val="FBAE40"/>
          </p15:clr>
        </p15:guide>
        <p15:guide id="2" pos="7423" userDrawn="1">
          <p15:clr>
            <a:srgbClr val="FBAE40"/>
          </p15:clr>
        </p15:guide>
        <p15:guide id="3" orient="horz" pos="663" userDrawn="1">
          <p15:clr>
            <a:srgbClr val="FBAE40"/>
          </p15:clr>
        </p15:guide>
        <p15:guide id="4" orient="horz" pos="408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54D65EF7-0DB8-46AD-91BA-1361F976A2E5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Picture Placeholder 14"/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5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2760">
                <a:srgbClr val="00617F"/>
              </a:gs>
              <a:gs pos="0">
                <a:srgbClr val="00617F"/>
              </a:gs>
              <a:gs pos="72000">
                <a:srgbClr val="10384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19" y="1732422"/>
            <a:ext cx="5381498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1DAC8AC-69B9-434F-A771-029EB0ECF11E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19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4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35582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2B6636"/>
              </a:gs>
              <a:gs pos="0">
                <a:srgbClr val="2B6636"/>
              </a:gs>
              <a:gs pos="72000">
                <a:srgbClr val="00442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1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5576CC04-5BC7-4D90-881D-F4830D1A1CA8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1881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624963"/>
              </a:gs>
              <a:gs pos="0">
                <a:srgbClr val="624963"/>
              </a:gs>
              <a:gs pos="72000">
                <a:srgbClr val="443247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0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2804E57-7BF7-4369-9EB4-F1EAB6B023F9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76484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980281" y="1732751"/>
            <a:ext cx="1080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81821" y="181938"/>
            <a:ext cx="10798460" cy="864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noFill/>
              </a:defRPr>
            </a:lvl1pPr>
            <a:lvl2pPr marL="1588" indent="0" algn="r">
              <a:defRPr sz="700">
                <a:noFill/>
              </a:defRPr>
            </a:lvl2pPr>
            <a:lvl3pPr marL="0" indent="0" algn="r">
              <a:defRPr sz="700">
                <a:noFill/>
              </a:defRPr>
            </a:lvl3pPr>
            <a:lvl4pPr marL="0" indent="0" algn="r">
              <a:tabLst/>
              <a:defRPr sz="700">
                <a:noFill/>
              </a:defRPr>
            </a:lvl4pPr>
            <a:lvl5pPr marL="0" indent="0" algn="r">
              <a:defRPr sz="700">
                <a:noFill/>
              </a:defRPr>
            </a:lvl5pPr>
            <a:lvl6pPr marL="0" indent="0" algn="r">
              <a:defRPr sz="700">
                <a:noFill/>
              </a:defRPr>
            </a:lvl6pPr>
            <a:lvl7pPr marL="0" indent="0" algn="r">
              <a:defRPr sz="700">
                <a:noFill/>
              </a:defRPr>
            </a:lvl7pPr>
            <a:lvl8pPr marL="0" indent="0" algn="r">
              <a:defRPr sz="700">
                <a:noFill/>
              </a:defRPr>
            </a:lvl8pPr>
            <a:lvl9pPr marL="0" indent="0" algn="r">
              <a:defRPr sz="700">
                <a:noFill/>
              </a:defRPr>
            </a:lvl9pPr>
          </a:lstStyle>
          <a:p>
            <a:fld id="{8E91F6B7-D9DD-40B9-8E0F-7B4E75E5DBFB}" type="datetime1">
              <a:rPr lang="en-US" smtClean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974672" y="6617933"/>
            <a:ext cx="864000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700">
                <a:solidFill>
                  <a:schemeClr val="accent1"/>
                </a:solidFill>
              </a:defRPr>
            </a:lvl1pPr>
            <a:lvl2pPr marL="0" indent="0">
              <a:defRPr sz="700">
                <a:solidFill>
                  <a:schemeClr val="accent1"/>
                </a:solidFill>
              </a:defRPr>
            </a:lvl2pPr>
            <a:lvl3pPr marL="0" indent="0">
              <a:defRPr sz="700">
                <a:solidFill>
                  <a:schemeClr val="accent1"/>
                </a:solidFill>
              </a:defRPr>
            </a:lvl3pPr>
            <a:lvl4pPr marL="0" indent="0">
              <a:defRPr sz="700">
                <a:solidFill>
                  <a:schemeClr val="accent1"/>
                </a:solidFill>
              </a:defRPr>
            </a:lvl4pPr>
            <a:lvl5pPr marL="0" indent="0">
              <a:defRPr sz="700">
                <a:solidFill>
                  <a:schemeClr val="accent1"/>
                </a:solidFill>
              </a:defRPr>
            </a:lvl5pPr>
            <a:lvl6pPr marL="0" indent="0">
              <a:tabLst/>
              <a:defRPr sz="700">
                <a:solidFill>
                  <a:schemeClr val="accent1"/>
                </a:solidFill>
              </a:defRPr>
            </a:lvl6pPr>
            <a:lvl7pPr marL="0" indent="0">
              <a:tabLst/>
              <a:defRPr sz="700">
                <a:solidFill>
                  <a:schemeClr val="accent1"/>
                </a:solidFill>
              </a:defRPr>
            </a:lvl7pPr>
            <a:lvl8pPr marL="0" indent="0">
              <a:defRPr sz="700">
                <a:solidFill>
                  <a:schemeClr val="accent1"/>
                </a:solidFill>
              </a:defRPr>
            </a:lvl8pPr>
            <a:lvl9pPr marL="0" indent="0">
              <a:defRPr sz="700">
                <a:solidFill>
                  <a:schemeClr val="accent1"/>
                </a:solidFill>
              </a:defRPr>
            </a:lvl9pPr>
          </a:lstStyle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95843" y="6617933"/>
            <a:ext cx="392326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accent2"/>
                </a:solidFill>
              </a:defRPr>
            </a:lvl1pPr>
            <a:lvl2pPr marL="0" indent="0" algn="ctr">
              <a:defRPr sz="700">
                <a:solidFill>
                  <a:schemeClr val="accent2"/>
                </a:solidFill>
              </a:defRPr>
            </a:lvl2pPr>
            <a:lvl3pPr marL="0" indent="0" algn="ctr">
              <a:defRPr sz="700">
                <a:solidFill>
                  <a:schemeClr val="accent2"/>
                </a:solidFill>
              </a:defRPr>
            </a:lvl3pPr>
            <a:lvl4pPr marL="0" indent="0" algn="ctr">
              <a:defRPr sz="700">
                <a:solidFill>
                  <a:schemeClr val="accent2"/>
                </a:solidFill>
              </a:defRPr>
            </a:lvl4pPr>
            <a:lvl5pPr marL="0" indent="0" algn="ctr">
              <a:defRPr sz="700">
                <a:solidFill>
                  <a:schemeClr val="accent2"/>
                </a:solidFill>
              </a:defRPr>
            </a:lvl5pPr>
            <a:lvl6pPr marL="0" indent="0" algn="ctr">
              <a:defRPr sz="700">
                <a:solidFill>
                  <a:schemeClr val="accent2"/>
                </a:solidFill>
              </a:defRPr>
            </a:lvl6pPr>
            <a:lvl7pPr marL="0" indent="0" algn="ctr">
              <a:defRPr sz="700">
                <a:solidFill>
                  <a:schemeClr val="accent2"/>
                </a:solidFill>
              </a:defRPr>
            </a:lvl7pPr>
            <a:lvl8pPr marL="0" indent="0" algn="ctr">
              <a:defRPr sz="700">
                <a:solidFill>
                  <a:schemeClr val="accent2"/>
                </a:solidFill>
              </a:defRPr>
            </a:lvl8pPr>
            <a:lvl9pPr marL="0" indent="0" algn="ctr">
              <a:defRPr sz="700">
                <a:solidFill>
                  <a:schemeClr val="accent2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empower - DO NOT DELETE!!!" hidden="1"/>
          <p:cNvSpPr/>
          <p:nvPr userDrawn="1">
            <p:custDataLst>
              <p:tags r:id="rId20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56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55" r:id="rId2"/>
    <p:sldLayoutId id="2147484356" r:id="rId3"/>
    <p:sldLayoutId id="2147484339" r:id="rId4"/>
    <p:sldLayoutId id="2147484340" r:id="rId5"/>
    <p:sldLayoutId id="2147484341" r:id="rId6"/>
    <p:sldLayoutId id="2147484342" r:id="rId7"/>
    <p:sldLayoutId id="2147484343" r:id="rId8"/>
    <p:sldLayoutId id="2147484344" r:id="rId9"/>
    <p:sldLayoutId id="2147484345" r:id="rId10"/>
    <p:sldLayoutId id="2147484346" r:id="rId11"/>
    <p:sldLayoutId id="2147484357" r:id="rId12"/>
    <p:sldLayoutId id="2147484358" r:id="rId13"/>
    <p:sldLayoutId id="2147484349" r:id="rId14"/>
    <p:sldLayoutId id="2147484350" r:id="rId15"/>
    <p:sldLayoutId id="2147484351" r:id="rId16"/>
    <p:sldLayoutId id="2147484352" r:id="rId17"/>
    <p:sldLayoutId id="2147484353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1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2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3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4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C303C2-680D-4E24-BB14-218078BD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/// June 2018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178F473-5E8A-4B6E-8DFB-96A195D1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EBDCA61-D356-411D-869E-560E90E791E2}"/>
              </a:ext>
            </a:extLst>
          </p:cNvPr>
          <p:cNvSpPr txBox="1"/>
          <p:nvPr/>
        </p:nvSpPr>
        <p:spPr bwMode="gray">
          <a:xfrm>
            <a:off x="1775206" y="2710543"/>
            <a:ext cx="8640000" cy="6204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e-DE" sz="2000" b="1" dirty="0">
                <a:solidFill>
                  <a:srgbClr val="CC0000"/>
                </a:solidFill>
              </a:rPr>
              <a:t>Webprojekt Restaurant – Prototyp Vorstellung</a:t>
            </a:r>
            <a:br>
              <a:rPr lang="de-DE" sz="2000" b="1" dirty="0">
                <a:solidFill>
                  <a:srgbClr val="CC0000"/>
                </a:solidFill>
              </a:rPr>
            </a:br>
            <a:r>
              <a:rPr lang="de-DE" sz="2000" b="1" dirty="0">
                <a:solidFill>
                  <a:srgbClr val="CC0000"/>
                </a:solidFill>
              </a:rPr>
              <a:t>Web Programmierung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DF41C6D-ED3C-48A6-BD22-900E09E3B7B2}"/>
              </a:ext>
            </a:extLst>
          </p:cNvPr>
          <p:cNvSpPr txBox="1"/>
          <p:nvPr/>
        </p:nvSpPr>
        <p:spPr bwMode="gray">
          <a:xfrm>
            <a:off x="1491343" y="4855029"/>
            <a:ext cx="8719457" cy="14042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Von:</a:t>
            </a:r>
            <a:br>
              <a:rPr lang="de-DE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 Yue Zhao (1533063)</a:t>
            </a:r>
          </a:p>
          <a:p>
            <a:pPr algn="ctr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Jasmin Bächle (5612661)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B5A135F-1B6E-4D17-AF18-8AA48430D7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" t="6925" r="6786"/>
          <a:stretch/>
        </p:blipFill>
        <p:spPr>
          <a:xfrm>
            <a:off x="10347470" y="89422"/>
            <a:ext cx="1251982" cy="121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0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A83ACDAA-EF06-48A6-B2BA-A52421D666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" y="0"/>
            <a:ext cx="12190412" cy="6858000"/>
          </a:xfrm>
          <a:prstGeom prst="rect">
            <a:avLst/>
          </a:prstGeom>
        </p:spPr>
      </p:pic>
      <p:sp>
        <p:nvSpPr>
          <p:cNvPr id="13" name="Subtitle 1">
            <a:extLst>
              <a:ext uri="{FF2B5EF4-FFF2-40B4-BE49-F238E27FC236}">
                <a16:creationId xmlns:a16="http://schemas.microsoft.com/office/drawing/2014/main" id="{E0A5E9C6-5B84-44E5-A2DC-B64460F79C1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74672" y="1736725"/>
            <a:ext cx="10798460" cy="259766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1. Fusion Eat</a:t>
            </a:r>
          </a:p>
          <a:p>
            <a:r>
              <a:rPr lang="en-US" dirty="0">
                <a:solidFill>
                  <a:schemeClr val="tx1"/>
                </a:solidFill>
              </a:rPr>
              <a:t>2. Aufbau der Website</a:t>
            </a:r>
          </a:p>
          <a:p>
            <a:r>
              <a:rPr lang="en-US" dirty="0">
                <a:solidFill>
                  <a:schemeClr val="tx1"/>
                </a:solidFill>
              </a:rPr>
              <a:t>3. API </a:t>
            </a:r>
            <a:r>
              <a:rPr lang="en-US" dirty="0" err="1">
                <a:solidFill>
                  <a:schemeClr val="tx1"/>
                </a:solidFill>
              </a:rPr>
              <a:t>Einsatz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4. </a:t>
            </a:r>
            <a:r>
              <a:rPr lang="en-US" dirty="0" err="1">
                <a:solidFill>
                  <a:schemeClr val="tx1"/>
                </a:solidFill>
              </a:rPr>
              <a:t>Prototyp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63D59CC0-C206-43FA-BAE0-7AED21AE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21" y="181938"/>
            <a:ext cx="10798460" cy="864000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Gliederung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C303C2-680D-4E24-BB14-218078BD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4671" y="6377651"/>
            <a:ext cx="10924103" cy="348282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///</a:t>
            </a:r>
            <a:r>
              <a:rPr lang="en-US" sz="1200" dirty="0">
                <a:solidFill>
                  <a:schemeClr val="tx1"/>
                </a:solidFill>
              </a:rPr>
              <a:t>Web </a:t>
            </a:r>
            <a:r>
              <a:rPr lang="en-US" sz="1200" dirty="0" err="1">
                <a:solidFill>
                  <a:schemeClr val="tx1"/>
                </a:solidFill>
              </a:rPr>
              <a:t>Projekt</a:t>
            </a:r>
            <a:r>
              <a:rPr lang="en-US" sz="1200" dirty="0">
                <a:solidFill>
                  <a:schemeClr val="tx1"/>
                </a:solidFill>
              </a:rPr>
              <a:t> Restaurant										</a:t>
            </a:r>
            <a:fld id="{0529737B-039C-422B-9295-A0AB960EA027}" type="slidenum">
              <a:rPr lang="en-US" sz="1200" smtClean="0">
                <a:solidFill>
                  <a:schemeClr val="tx1"/>
                </a:solidFill>
              </a:rPr>
              <a:t>2</a:t>
            </a:fld>
            <a:endParaRPr lang="en-US" sz="12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178F473-5E8A-4B6E-8DFB-96A195D1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843" y="6617933"/>
            <a:ext cx="392326" cy="108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EAD9179-7A6B-4268-BEB2-F3B8EB06115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2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6D2613B1-B2F3-40AA-B26B-CBCF8EF07F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0412" cy="6858000"/>
          </a:xfrm>
          <a:prstGeom prst="rect">
            <a:avLst/>
          </a:prstGeom>
        </p:spPr>
      </p:pic>
      <p:sp>
        <p:nvSpPr>
          <p:cNvPr id="13" name="Subtitle 1">
            <a:extLst>
              <a:ext uri="{FF2B5EF4-FFF2-40B4-BE49-F238E27FC236}">
                <a16:creationId xmlns:a16="http://schemas.microsoft.com/office/drawing/2014/main" id="{E0A5E9C6-5B84-44E5-A2DC-B64460F79C1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81821" y="1736726"/>
            <a:ext cx="10798460" cy="474821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Must-have Features:</a:t>
            </a:r>
          </a:p>
          <a:p>
            <a:pPr marL="271463" lvl="2" indent="174625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Reservierung</a:t>
            </a:r>
            <a:r>
              <a:rPr lang="en-US" dirty="0">
                <a:solidFill>
                  <a:schemeClr val="tx1"/>
                </a:solidFill>
              </a:rPr>
              <a:t> online </a:t>
            </a:r>
            <a:r>
              <a:rPr lang="en-US" dirty="0" err="1">
                <a:solidFill>
                  <a:schemeClr val="tx1"/>
                </a:solidFill>
              </a:rPr>
              <a:t>vornehmen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625475" lvl="6" indent="184150">
              <a:buFont typeface="Wingdings" panose="05000000000000000000" pitchFamily="2" charset="2"/>
              <a:buChar char="Ø"/>
              <a:tabLst>
                <a:tab pos="717550" algn="l"/>
              </a:tabLst>
            </a:pPr>
            <a:r>
              <a:rPr lang="en-US" dirty="0" err="1">
                <a:solidFill>
                  <a:schemeClr val="tx1"/>
                </a:solidFill>
              </a:rPr>
              <a:t>Texteingabe</a:t>
            </a:r>
            <a:r>
              <a:rPr lang="en-US" dirty="0">
                <a:solidFill>
                  <a:schemeClr val="tx1"/>
                </a:solidFill>
              </a:rPr>
              <a:t> des </a:t>
            </a:r>
            <a:r>
              <a:rPr lang="en-US" dirty="0" err="1">
                <a:solidFill>
                  <a:schemeClr val="tx1"/>
                </a:solidFill>
              </a:rPr>
              <a:t>Namens</a:t>
            </a:r>
            <a:endParaRPr lang="en-US" dirty="0">
              <a:solidFill>
                <a:schemeClr val="tx1"/>
              </a:solidFill>
            </a:endParaRPr>
          </a:p>
          <a:p>
            <a:pPr marL="625475" lvl="6" indent="184150">
              <a:buFont typeface="Wingdings" panose="05000000000000000000" pitchFamily="2" charset="2"/>
              <a:buChar char="Ø"/>
              <a:tabLst>
                <a:tab pos="717550" algn="l"/>
              </a:tabLst>
            </a:pPr>
            <a:r>
              <a:rPr lang="en-US" dirty="0" err="1">
                <a:solidFill>
                  <a:schemeClr val="tx1"/>
                </a:solidFill>
              </a:rPr>
              <a:t>Eingabe</a:t>
            </a:r>
            <a:r>
              <a:rPr lang="en-US" dirty="0">
                <a:solidFill>
                  <a:schemeClr val="tx1"/>
                </a:solidFill>
              </a:rPr>
              <a:t> des Datums</a:t>
            </a:r>
          </a:p>
          <a:p>
            <a:pPr marL="625475" lvl="6" indent="184150">
              <a:buFont typeface="Wingdings" panose="05000000000000000000" pitchFamily="2" charset="2"/>
              <a:buChar char="Ø"/>
              <a:tabLst>
                <a:tab pos="717550" algn="l"/>
              </a:tabLst>
            </a:pPr>
            <a:r>
              <a:rPr lang="en-US" dirty="0" err="1">
                <a:solidFill>
                  <a:schemeClr val="tx1"/>
                </a:solidFill>
              </a:rPr>
              <a:t>Eingabe</a:t>
            </a:r>
            <a:r>
              <a:rPr lang="en-US" dirty="0">
                <a:solidFill>
                  <a:schemeClr val="tx1"/>
                </a:solidFill>
              </a:rPr>
              <a:t> der </a:t>
            </a:r>
            <a:r>
              <a:rPr lang="en-US" dirty="0" err="1">
                <a:solidFill>
                  <a:schemeClr val="tx1"/>
                </a:solidFill>
              </a:rPr>
              <a:t>Rufnummer</a:t>
            </a:r>
            <a:endParaRPr lang="en-US" dirty="0">
              <a:solidFill>
                <a:schemeClr val="tx1"/>
              </a:solidFill>
            </a:endParaRPr>
          </a:p>
          <a:p>
            <a:pPr marL="271463" lvl="2" indent="174625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Lieferung</a:t>
            </a:r>
            <a:r>
              <a:rPr lang="en-US" dirty="0">
                <a:solidFill>
                  <a:schemeClr val="tx1"/>
                </a:solidFill>
              </a:rPr>
              <a:t> online </a:t>
            </a:r>
            <a:r>
              <a:rPr lang="en-US" dirty="0" err="1">
                <a:solidFill>
                  <a:schemeClr val="tx1"/>
                </a:solidFill>
              </a:rPr>
              <a:t>Bestellen</a:t>
            </a:r>
            <a:endParaRPr lang="en-US" dirty="0">
              <a:solidFill>
                <a:schemeClr val="tx1"/>
              </a:solidFill>
            </a:endParaRPr>
          </a:p>
          <a:p>
            <a:pPr marL="719138" lvl="2" indent="85725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Texteingabe</a:t>
            </a:r>
            <a:r>
              <a:rPr lang="en-US" dirty="0">
                <a:solidFill>
                  <a:schemeClr val="tx1"/>
                </a:solidFill>
              </a:rPr>
              <a:t> der </a:t>
            </a:r>
            <a:r>
              <a:rPr lang="en-US" dirty="0" err="1">
                <a:solidFill>
                  <a:schemeClr val="tx1"/>
                </a:solidFill>
              </a:rPr>
              <a:t>Zieladresse</a:t>
            </a:r>
            <a:endParaRPr lang="en-US" dirty="0">
              <a:solidFill>
                <a:schemeClr val="tx1"/>
              </a:solidFill>
            </a:endParaRPr>
          </a:p>
          <a:p>
            <a:pPr marL="719138" lvl="2" indent="85725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Eingabe</a:t>
            </a:r>
            <a:r>
              <a:rPr lang="en-US" dirty="0">
                <a:solidFill>
                  <a:schemeClr val="tx1"/>
                </a:solidFill>
              </a:rPr>
              <a:t> des Datums / </a:t>
            </a:r>
            <a:r>
              <a:rPr lang="en-US" dirty="0" err="1">
                <a:solidFill>
                  <a:schemeClr val="tx1"/>
                </a:solidFill>
              </a:rPr>
              <a:t>Uhrzeit</a:t>
            </a:r>
            <a:endParaRPr lang="en-US" dirty="0">
              <a:solidFill>
                <a:schemeClr val="tx1"/>
              </a:solidFill>
            </a:endParaRPr>
          </a:p>
          <a:p>
            <a:pPr marL="719138" lvl="2" indent="85725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Außwahl</a:t>
            </a:r>
            <a:r>
              <a:rPr lang="en-US" dirty="0">
                <a:solidFill>
                  <a:schemeClr val="tx1"/>
                </a:solidFill>
              </a:rPr>
              <a:t> der </a:t>
            </a:r>
            <a:r>
              <a:rPr lang="en-US" dirty="0" err="1">
                <a:solidFill>
                  <a:schemeClr val="tx1"/>
                </a:solidFill>
              </a:rPr>
              <a:t>Speißen</a:t>
            </a:r>
            <a:endParaRPr lang="en-US" dirty="0">
              <a:solidFill>
                <a:schemeClr val="tx1"/>
              </a:solidFill>
            </a:endParaRPr>
          </a:p>
          <a:p>
            <a:pPr marL="271463" lvl="2" indent="174625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Lieferzeit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wird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direkt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beim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Bestellen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berechnet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719138" lvl="3" indent="174625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Mithilfe</a:t>
            </a:r>
            <a:r>
              <a:rPr lang="en-US" dirty="0">
                <a:solidFill>
                  <a:schemeClr val="tx1"/>
                </a:solidFill>
              </a:rPr>
              <a:t> von API und </a:t>
            </a:r>
            <a:r>
              <a:rPr lang="en-US" dirty="0" err="1">
                <a:solidFill>
                  <a:schemeClr val="tx1"/>
                </a:solidFill>
              </a:rPr>
              <a:t>Javascript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63D59CC0-C206-43FA-BAE0-7AED21AE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21" y="181938"/>
            <a:ext cx="10798460" cy="864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Fusion-Eat Must-Have Features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178F473-5E8A-4B6E-8DFB-96A195D1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843" y="6617933"/>
            <a:ext cx="392326" cy="108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EAD9179-7A6B-4268-BEB2-F3B8EB06115B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" name="Fußzeilenplatzhalter 1">
            <a:extLst>
              <a:ext uri="{FF2B5EF4-FFF2-40B4-BE49-F238E27FC236}">
                <a16:creationId xmlns:a16="http://schemas.microsoft.com/office/drawing/2014/main" id="{BF6670F5-CE29-4810-BC89-24F0A532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4671" y="6377651"/>
            <a:ext cx="10924103" cy="348282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///</a:t>
            </a:r>
            <a:r>
              <a:rPr lang="en-US" sz="1200" dirty="0">
                <a:solidFill>
                  <a:schemeClr val="tx1"/>
                </a:solidFill>
              </a:rPr>
              <a:t>Web </a:t>
            </a:r>
            <a:r>
              <a:rPr lang="en-US" sz="1200" dirty="0" err="1">
                <a:solidFill>
                  <a:schemeClr val="tx1"/>
                </a:solidFill>
              </a:rPr>
              <a:t>Projekt</a:t>
            </a:r>
            <a:r>
              <a:rPr lang="en-US" sz="1200" dirty="0">
                <a:solidFill>
                  <a:schemeClr val="tx1"/>
                </a:solidFill>
              </a:rPr>
              <a:t> Restaurant										</a:t>
            </a:r>
            <a:fld id="{0529737B-039C-422B-9295-A0AB960EA027}" type="slidenum">
              <a:rPr lang="en-US" sz="1200" smtClean="0">
                <a:solidFill>
                  <a:schemeClr val="tx1"/>
                </a:solidFill>
              </a:rPr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90560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6D2613B1-B2F3-40AA-B26B-CBCF8EF07F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0412" cy="6858000"/>
          </a:xfrm>
          <a:prstGeom prst="rect">
            <a:avLst/>
          </a:prstGeom>
        </p:spPr>
      </p:pic>
      <p:sp>
        <p:nvSpPr>
          <p:cNvPr id="13" name="Subtitle 1">
            <a:extLst>
              <a:ext uri="{FF2B5EF4-FFF2-40B4-BE49-F238E27FC236}">
                <a16:creationId xmlns:a16="http://schemas.microsoft.com/office/drawing/2014/main" id="{E0A5E9C6-5B84-44E5-A2DC-B64460F79C1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81821" y="1736726"/>
            <a:ext cx="10798460" cy="4748212"/>
          </a:xfrm>
        </p:spPr>
        <p:txBody>
          <a:bodyPr/>
          <a:lstStyle/>
          <a:p>
            <a:pPr marL="271463" lvl="2"/>
            <a:endParaRPr lang="en-US" dirty="0">
              <a:solidFill>
                <a:schemeClr val="tx1"/>
              </a:solidFill>
            </a:endParaRPr>
          </a:p>
          <a:p>
            <a:pPr marL="358775" lvl="2" indent="-35877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Nice-to-have Features:</a:t>
            </a:r>
          </a:p>
          <a:p>
            <a:pPr marL="446088" lvl="2" indent="-87313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Speißekarte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als</a:t>
            </a:r>
            <a:r>
              <a:rPr lang="en-US" dirty="0">
                <a:solidFill>
                  <a:schemeClr val="tx1"/>
                </a:solidFill>
              </a:rPr>
              <a:t> API </a:t>
            </a:r>
            <a:r>
              <a:rPr lang="en-US" dirty="0" err="1">
                <a:solidFill>
                  <a:schemeClr val="tx1"/>
                </a:solidFill>
              </a:rPr>
              <a:t>hinterlegt</a:t>
            </a:r>
            <a:endParaRPr lang="en-US" dirty="0">
              <a:solidFill>
                <a:schemeClr val="tx1"/>
              </a:solidFill>
            </a:endParaRPr>
          </a:p>
          <a:p>
            <a:pPr marL="358775" lvl="2" indent="87313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Speicherung</a:t>
            </a:r>
            <a:r>
              <a:rPr lang="en-US" dirty="0">
                <a:solidFill>
                  <a:schemeClr val="tx1"/>
                </a:solidFill>
              </a:rPr>
              <a:t> der </a:t>
            </a:r>
            <a:r>
              <a:rPr lang="en-US" dirty="0" err="1">
                <a:solidFill>
                  <a:schemeClr val="tx1"/>
                </a:solidFill>
              </a:rPr>
              <a:t>Bestellungen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271463" lvl="2" indent="174625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63D59CC0-C206-43FA-BAE0-7AED21AE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21" y="122091"/>
            <a:ext cx="10798460" cy="864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Fusion-Eat Nice-to-Have Features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178F473-5E8A-4B6E-8DFB-96A195D1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843" y="6617933"/>
            <a:ext cx="392326" cy="108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EAD9179-7A6B-4268-BEB2-F3B8EB06115B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" name="Fußzeilenplatzhalter 1">
            <a:extLst>
              <a:ext uri="{FF2B5EF4-FFF2-40B4-BE49-F238E27FC236}">
                <a16:creationId xmlns:a16="http://schemas.microsoft.com/office/drawing/2014/main" id="{BF6670F5-CE29-4810-BC89-24F0A532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4671" y="6377651"/>
            <a:ext cx="10924103" cy="348282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///</a:t>
            </a:r>
            <a:r>
              <a:rPr lang="en-US" sz="1200" dirty="0">
                <a:solidFill>
                  <a:schemeClr val="tx1"/>
                </a:solidFill>
              </a:rPr>
              <a:t>Web </a:t>
            </a:r>
            <a:r>
              <a:rPr lang="en-US" sz="1200" dirty="0" err="1">
                <a:solidFill>
                  <a:schemeClr val="tx1"/>
                </a:solidFill>
              </a:rPr>
              <a:t>Projekt</a:t>
            </a:r>
            <a:r>
              <a:rPr lang="en-US" sz="1200" dirty="0">
                <a:solidFill>
                  <a:schemeClr val="tx1"/>
                </a:solidFill>
              </a:rPr>
              <a:t> Restaurant										</a:t>
            </a:r>
            <a:fld id="{0529737B-039C-422B-9295-A0AB960EA027}" type="slidenum">
              <a:rPr lang="en-US" sz="1200" smtClean="0">
                <a:solidFill>
                  <a:schemeClr val="tx1"/>
                </a:solidFill>
              </a:rPr>
              <a:t>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2474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CC5824DE-98BA-4436-86CA-C1EB7C3B617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" y="0"/>
            <a:ext cx="12190412" cy="6858000"/>
          </a:xfrm>
          <a:prstGeom prst="rect">
            <a:avLst/>
          </a:prstGeom>
        </p:spPr>
      </p:pic>
      <p:sp>
        <p:nvSpPr>
          <p:cNvPr id="13" name="Subtitle 1">
            <a:extLst>
              <a:ext uri="{FF2B5EF4-FFF2-40B4-BE49-F238E27FC236}">
                <a16:creationId xmlns:a16="http://schemas.microsoft.com/office/drawing/2014/main" id="{E0A5E9C6-5B84-44E5-A2DC-B64460F79C1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81821" y="1736725"/>
            <a:ext cx="10798460" cy="43157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Über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tx1"/>
                </a:solidFill>
              </a:rPr>
              <a:t>Allgemeine </a:t>
            </a:r>
            <a:r>
              <a:rPr lang="en-US" dirty="0" err="1">
                <a:solidFill>
                  <a:schemeClr val="tx1"/>
                </a:solidFill>
              </a:rPr>
              <a:t>Infos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zum</a:t>
            </a:r>
            <a:r>
              <a:rPr lang="en-US" dirty="0">
                <a:solidFill>
                  <a:schemeClr val="tx1"/>
                </a:solidFill>
              </a:rPr>
              <a:t> Restaurant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Karte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Überblick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über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die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verschiedenen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Speißen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, die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angeboten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warden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Reservierung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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Möglichkeit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einen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Tisch direct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über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die Website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zu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reservieren</a:t>
            </a: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Lieferung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 Falls Sie das Essen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zu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Hause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genießen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möchten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können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Sie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hier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ihre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Bestellung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abgeben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und die Dauer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wie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lange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das Essen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geliefert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wird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erhaten</a:t>
            </a: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Kontakt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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Adresse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und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Telefonnummer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der Restaurants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63D59CC0-C206-43FA-BAE0-7AED21AE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21" y="181938"/>
            <a:ext cx="10798460" cy="864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Aufbau der Website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178F473-5E8A-4B6E-8DFB-96A195D1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843" y="6617933"/>
            <a:ext cx="392326" cy="108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EAD9179-7A6B-4268-BEB2-F3B8EB06115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7" name="Fußzeilenplatzhalter 1">
            <a:extLst>
              <a:ext uri="{FF2B5EF4-FFF2-40B4-BE49-F238E27FC236}">
                <a16:creationId xmlns:a16="http://schemas.microsoft.com/office/drawing/2014/main" id="{F5757228-7414-4A20-BE2B-46719DDA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4671" y="6377651"/>
            <a:ext cx="10924103" cy="348282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///</a:t>
            </a:r>
            <a:r>
              <a:rPr lang="en-US" sz="1200" dirty="0">
                <a:solidFill>
                  <a:schemeClr val="tx1"/>
                </a:solidFill>
              </a:rPr>
              <a:t>Web </a:t>
            </a:r>
            <a:r>
              <a:rPr lang="en-US" sz="1200" dirty="0" err="1">
                <a:solidFill>
                  <a:schemeClr val="tx1"/>
                </a:solidFill>
              </a:rPr>
              <a:t>Projekt</a:t>
            </a:r>
            <a:r>
              <a:rPr lang="en-US" sz="1200" dirty="0">
                <a:solidFill>
                  <a:schemeClr val="tx1"/>
                </a:solidFill>
              </a:rPr>
              <a:t> Restaurant										</a:t>
            </a:r>
            <a:fld id="{0529737B-039C-422B-9295-A0AB960EA027}" type="slidenum">
              <a:rPr lang="en-US" sz="1200" smtClean="0">
                <a:solidFill>
                  <a:schemeClr val="tx1"/>
                </a:solidFill>
              </a:rPr>
              <a:t>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0980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3FCA82EE-AFC6-46C6-8DB4-608CC04643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" y="0"/>
            <a:ext cx="12190412" cy="6858000"/>
          </a:xfrm>
          <a:prstGeom prst="rect">
            <a:avLst/>
          </a:prstGeom>
        </p:spPr>
      </p:pic>
      <p:sp>
        <p:nvSpPr>
          <p:cNvPr id="9" name="Subtitle 1">
            <a:extLst>
              <a:ext uri="{FF2B5EF4-FFF2-40B4-BE49-F238E27FC236}">
                <a16:creationId xmlns:a16="http://schemas.microsoft.com/office/drawing/2014/main" id="{63AA6DFF-DBA5-441A-84E0-F12B8D09148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81821" y="1736725"/>
            <a:ext cx="10798460" cy="474821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Positionstack</a:t>
            </a:r>
            <a:r>
              <a:rPr lang="en-US" dirty="0">
                <a:solidFill>
                  <a:schemeClr val="tx1"/>
                </a:solidFill>
              </a:rPr>
              <a:t> API</a:t>
            </a:r>
          </a:p>
          <a:p>
            <a:pPr marL="285750" indent="346075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Vorwärts</a:t>
            </a:r>
            <a:r>
              <a:rPr lang="en-US" dirty="0">
                <a:solidFill>
                  <a:schemeClr val="tx1"/>
                </a:solidFill>
              </a:rPr>
              <a:t> und </a:t>
            </a:r>
            <a:r>
              <a:rPr lang="en-US" dirty="0" err="1">
                <a:solidFill>
                  <a:schemeClr val="tx1"/>
                </a:solidFill>
              </a:rPr>
              <a:t>rückwärts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geocordierung</a:t>
            </a:r>
            <a:r>
              <a:rPr lang="en-US" dirty="0">
                <a:solidFill>
                  <a:schemeClr val="tx1"/>
                </a:solidFill>
              </a:rPr>
              <a:t> von </a:t>
            </a:r>
            <a:r>
              <a:rPr lang="en-US" dirty="0" err="1">
                <a:solidFill>
                  <a:schemeClr val="tx1"/>
                </a:solidFill>
              </a:rPr>
              <a:t>mehr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als</a:t>
            </a:r>
            <a:r>
              <a:rPr lang="en-US" dirty="0">
                <a:solidFill>
                  <a:schemeClr val="tx1"/>
                </a:solidFill>
              </a:rPr>
              <a:t> 2 </a:t>
            </a:r>
            <a:r>
              <a:rPr lang="en-US" dirty="0" err="1">
                <a:solidFill>
                  <a:schemeClr val="tx1"/>
                </a:solidFill>
              </a:rPr>
              <a:t>Milliarden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Adressen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weltweit</a:t>
            </a:r>
            <a:endParaRPr lang="en-US" dirty="0">
              <a:solidFill>
                <a:schemeClr val="tx1"/>
              </a:solidFill>
            </a:endParaRPr>
          </a:p>
          <a:p>
            <a:pPr marL="285750" indent="346075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Mit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dieser</a:t>
            </a:r>
            <a:r>
              <a:rPr lang="en-US" dirty="0">
                <a:solidFill>
                  <a:schemeClr val="tx1"/>
                </a:solidFill>
              </a:rPr>
              <a:t> API </a:t>
            </a:r>
            <a:r>
              <a:rPr lang="en-US" dirty="0" err="1">
                <a:solidFill>
                  <a:schemeClr val="tx1"/>
                </a:solidFill>
              </a:rPr>
              <a:t>können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wir</a:t>
            </a:r>
            <a:r>
              <a:rPr lang="en-US" dirty="0">
                <a:solidFill>
                  <a:schemeClr val="tx1"/>
                </a:solidFill>
              </a:rPr>
              <a:t> die </a:t>
            </a:r>
            <a:r>
              <a:rPr lang="en-US" dirty="0" err="1">
                <a:solidFill>
                  <a:schemeClr val="tx1"/>
                </a:solidFill>
              </a:rPr>
              <a:t>Lieferzeit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berechnen</a:t>
            </a:r>
            <a:endParaRPr lang="en-US" dirty="0">
              <a:solidFill>
                <a:schemeClr val="tx1"/>
              </a:solidFill>
            </a:endParaRPr>
          </a:p>
          <a:p>
            <a:pPr marL="285750" indent="346075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Dafür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benötigen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nur</a:t>
            </a:r>
            <a:r>
              <a:rPr lang="en-US" dirty="0">
                <a:solidFill>
                  <a:schemeClr val="tx1"/>
                </a:solidFill>
              </a:rPr>
              <a:t> die </a:t>
            </a:r>
            <a:r>
              <a:rPr lang="en-US" dirty="0" err="1">
                <a:solidFill>
                  <a:schemeClr val="tx1"/>
                </a:solidFill>
              </a:rPr>
              <a:t>Adresse</a:t>
            </a:r>
            <a:r>
              <a:rPr lang="en-US" dirty="0">
                <a:solidFill>
                  <a:schemeClr val="tx1"/>
                </a:solidFill>
              </a:rPr>
              <a:t> des Restaurants (DHBW </a:t>
            </a:r>
            <a:r>
              <a:rPr lang="en-US" dirty="0" err="1">
                <a:solidFill>
                  <a:schemeClr val="tx1"/>
                </a:solidFill>
              </a:rPr>
              <a:t>Hangstraße</a:t>
            </a:r>
            <a:r>
              <a:rPr lang="en-US" dirty="0">
                <a:solidFill>
                  <a:schemeClr val="tx1"/>
                </a:solidFill>
              </a:rPr>
              <a:t>) und die </a:t>
            </a:r>
            <a:r>
              <a:rPr lang="en-US" dirty="0" err="1">
                <a:solidFill>
                  <a:schemeClr val="tx1"/>
                </a:solidFill>
              </a:rPr>
              <a:t>Ziel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Adresse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8313AF66-D322-4A22-A102-F2C1C3DA4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21" y="181938"/>
            <a:ext cx="10798460" cy="864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API </a:t>
            </a:r>
            <a:r>
              <a:rPr lang="en-US" dirty="0" err="1">
                <a:solidFill>
                  <a:schemeClr val="tx1"/>
                </a:solidFill>
              </a:rPr>
              <a:t>Einsatz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178F473-5E8A-4B6E-8DFB-96A195D1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843" y="6617933"/>
            <a:ext cx="392326" cy="108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EAD9179-7A6B-4268-BEB2-F3B8EB06115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7" name="Fußzeilenplatzhalter 1">
            <a:extLst>
              <a:ext uri="{FF2B5EF4-FFF2-40B4-BE49-F238E27FC236}">
                <a16:creationId xmlns:a16="http://schemas.microsoft.com/office/drawing/2014/main" id="{55A27D10-1BAE-4722-94D8-5D85E0740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4671" y="6377651"/>
            <a:ext cx="10924103" cy="348282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///</a:t>
            </a:r>
            <a:r>
              <a:rPr lang="en-US" sz="1200" dirty="0">
                <a:solidFill>
                  <a:schemeClr val="tx1"/>
                </a:solidFill>
              </a:rPr>
              <a:t>Web </a:t>
            </a:r>
            <a:r>
              <a:rPr lang="en-US" sz="1200" dirty="0" err="1">
                <a:solidFill>
                  <a:schemeClr val="tx1"/>
                </a:solidFill>
              </a:rPr>
              <a:t>Projekt</a:t>
            </a:r>
            <a:r>
              <a:rPr lang="en-US" sz="1200" dirty="0">
                <a:solidFill>
                  <a:schemeClr val="tx1"/>
                </a:solidFill>
              </a:rPr>
              <a:t> Restaurant										</a:t>
            </a:r>
            <a:fld id="{0529737B-039C-422B-9295-A0AB960EA027}" type="slidenum">
              <a:rPr lang="en-US" sz="1200" smtClean="0">
                <a:solidFill>
                  <a:schemeClr val="tx1"/>
                </a:solidFill>
              </a:rPr>
              <a:t>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0401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6EA7265C-2521-4D2B-B80C-1EEF38CBEA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" y="0"/>
            <a:ext cx="12190412" cy="6858000"/>
          </a:xfrm>
          <a:prstGeom prst="rect">
            <a:avLst/>
          </a:prstGeom>
        </p:spPr>
      </p:pic>
      <p:sp>
        <p:nvSpPr>
          <p:cNvPr id="9" name="Subtitle 1">
            <a:extLst>
              <a:ext uri="{FF2B5EF4-FFF2-40B4-BE49-F238E27FC236}">
                <a16:creationId xmlns:a16="http://schemas.microsoft.com/office/drawing/2014/main" id="{A1F431F3-74A9-4DAE-82E9-11312C547C0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81821" y="1736725"/>
            <a:ext cx="10798460" cy="4748212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Siehe</a:t>
            </a:r>
            <a:r>
              <a:rPr lang="en-US" dirty="0">
                <a:solidFill>
                  <a:schemeClr val="tx1"/>
                </a:solidFill>
              </a:rPr>
              <a:t> VS Code…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AE45D55-E71B-44E2-B700-A9ECAF23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21" y="181938"/>
            <a:ext cx="10798460" cy="864000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Prototyp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178F473-5E8A-4B6E-8DFB-96A195D1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843" y="6617933"/>
            <a:ext cx="392326" cy="108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EAD9179-7A6B-4268-BEB2-F3B8EB06115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5" name="Fußzeilenplatzhalter 1">
            <a:extLst>
              <a:ext uri="{FF2B5EF4-FFF2-40B4-BE49-F238E27FC236}">
                <a16:creationId xmlns:a16="http://schemas.microsoft.com/office/drawing/2014/main" id="{B067313A-3F38-4C23-A275-779AD3B8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4671" y="6377651"/>
            <a:ext cx="10924103" cy="348282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///</a:t>
            </a:r>
            <a:r>
              <a:rPr lang="en-US" sz="1200" dirty="0">
                <a:solidFill>
                  <a:schemeClr val="tx1"/>
                </a:solidFill>
              </a:rPr>
              <a:t>Web </a:t>
            </a:r>
            <a:r>
              <a:rPr lang="en-US" sz="1200" dirty="0" err="1">
                <a:solidFill>
                  <a:schemeClr val="tx1"/>
                </a:solidFill>
              </a:rPr>
              <a:t>Projekt</a:t>
            </a:r>
            <a:r>
              <a:rPr lang="en-US" sz="1200" dirty="0">
                <a:solidFill>
                  <a:schemeClr val="tx1"/>
                </a:solidFill>
              </a:rPr>
              <a:t> Restaurant										</a:t>
            </a:r>
            <a:fld id="{0529737B-039C-422B-9295-A0AB960EA027}" type="slidenum">
              <a:rPr lang="en-US" sz="1200" smtClean="0">
                <a:solidFill>
                  <a:schemeClr val="tx1"/>
                </a:solidFill>
              </a:rPr>
              <a:t>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6015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1"/>
  <p:tag name="MIO_SHOW_DATE" val="True"/>
  <p:tag name="MIO_SHOW_FOOTER" val="True"/>
  <p:tag name="MIO_SHOW_PAGENUMBER" val="True"/>
  <p:tag name="MIO_AVOID_BLANK_LAYOUT" val="True"/>
  <p:tag name="MIO_CD_LAYOUT_VALID_AREA" val="False"/>
  <p:tag name="MIO_NUMBER_OF_VALID_LAYOUTS" val="18"/>
  <p:tag name="MIO_HDS" val="True"/>
  <p:tag name="MIO_SKIPVERSION" val="01.01.0001 00:00:00"/>
  <p:tag name="MIO_EKGUID" val="106612b7-7cda-4c66-a943-3c88b56a92d2"/>
  <p:tag name="MIO_UPDATE" val="True"/>
  <p:tag name="MIO_VERSION" val="27.11.2018 09:18:57"/>
  <p:tag name="MIO_DBID" val="8E7267AE-489F-4B02-8040-8A98451BF141"/>
  <p:tag name="MIO_LASTDOWNLOADED" val="01.02.2021 15:50:47"/>
  <p:tag name="MIO_OBJECTNAME" val="Master Bayer AG 16:9"/>
  <p:tag name="MIO_CDID" val="cd9a71c7-8ed9-41a1-8303-1a6d1985851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heme/theme1.xml><?xml version="1.0" encoding="utf-8"?>
<a:theme xmlns:a="http://schemas.openxmlformats.org/drawingml/2006/main" name="PR_BAG_PPT-master_16-9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>
          <a:defRPr dirty="0" err="1" smtClean="0"/>
        </a:defPPr>
      </a:lstStyle>
    </a:txDef>
  </a:objectDefaults>
  <a:extraClrSchemeLst/>
  <a:custClrLst>
    <a:custClr name="Raspberry">
      <a:srgbClr val="D30F4B"/>
    </a:custClr>
    <a:custClr name="Fuchsia">
      <a:srgbClr val="FF3162"/>
    </a:custClr>
    <a:custClr name="DarkPurple">
      <a:srgbClr val="443247"/>
    </a:custClr>
    <a:custClr name="MidPurple">
      <a:srgbClr val="624963"/>
    </a:custClr>
    <a:custClr name="DarkBlue">
      <a:srgbClr val="10384F"/>
    </a:custClr>
    <a:custClr name="MidBlue">
      <a:srgbClr val="00617F"/>
    </a:custClr>
    <a:custClr name="Blue">
      <a:srgbClr val="0091DF"/>
    </a:custClr>
    <a:custClr name="BrightBlue">
      <a:srgbClr val="00BCFF"/>
    </a:custClr>
    <a:custClr name="DarkGreen">
      <a:srgbClr val="004422"/>
    </a:custClr>
    <a:custClr name="MidGreen">
      <a:srgbClr val="2B6636"/>
    </a:custClr>
    <a:custClr name="Green">
      <a:srgbClr val="66B512"/>
    </a:custClr>
    <a:custClr name="BrightGreen">
      <a:srgbClr val="89D329"/>
    </a:custClr>
    <a:custClr name="TrafficLightRed">
      <a:srgbClr val="CC0000"/>
    </a:custClr>
    <a:custClr name="TrafficLightYellow">
      <a:srgbClr val="FFCC00"/>
    </a:custClr>
    <a:custClr name="TrafficLightGreen">
      <a:srgbClr val="66B512"/>
    </a:custClr>
  </a:custClrLst>
  <a:extLst>
    <a:ext uri="{05A4C25C-085E-4340-85A3-A5531E510DB2}">
      <thm15:themeFamily xmlns:thm15="http://schemas.microsoft.com/office/thememl/2012/main" name="Default Theme.pptx" id="{750743F3-FD77-4580-89CC-14ABCD95A786}" vid="{F2621875-66B4-4558-A701-FB23B34D8452}"/>
    </a:ext>
  </a:extLst>
</a:theme>
</file>

<file path=ppt/theme/theme2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483</Words>
  <Application>Microsoft Office PowerPoint</Application>
  <PresentationFormat>Benutzerdefiniert</PresentationFormat>
  <Paragraphs>77</Paragraphs>
  <Slides>7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Wingdings</vt:lpstr>
      <vt:lpstr>PR_BAG_PPT-master_16-9</vt:lpstr>
      <vt:lpstr>PowerPoint-Präsentation</vt:lpstr>
      <vt:lpstr>Gliederung</vt:lpstr>
      <vt:lpstr>Fusion-Eat Must-Have Features</vt:lpstr>
      <vt:lpstr>Fusion-Eat Nice-to-Have Features</vt:lpstr>
      <vt:lpstr>Aufbau der Website</vt:lpstr>
      <vt:lpstr>API Einsatz</vt:lpstr>
      <vt:lpstr>Prototyp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Jasmin Baechle</dc:creator>
  <cp:lastModifiedBy>Jasmin Baechle</cp:lastModifiedBy>
  <cp:revision>11</cp:revision>
  <cp:lastPrinted>2017-10-23T10:44:12Z</cp:lastPrinted>
  <dcterms:created xsi:type="dcterms:W3CDTF">2021-11-05T17:58:52Z</dcterms:created>
  <dcterms:modified xsi:type="dcterms:W3CDTF">2021-11-06T11:07:36Z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LabelPos">
    <vt:lpwstr>836;514;810;514;854;514</vt:lpwstr>
  </property>
  <property fmtid="{D5CDD505-2E9C-101B-9397-08002B2CF9AE}" pid="3" name="MSIP_Label_7f850223-87a8-40c3-9eb2-432606efca2a_Enabled">
    <vt:lpwstr>True</vt:lpwstr>
  </property>
  <property fmtid="{D5CDD505-2E9C-101B-9397-08002B2CF9AE}" pid="4" name="MSIP_Label_7f850223-87a8-40c3-9eb2-432606efca2a_SiteId">
    <vt:lpwstr>fcb2b37b-5da0-466b-9b83-0014b67a7c78</vt:lpwstr>
  </property>
  <property fmtid="{D5CDD505-2E9C-101B-9397-08002B2CF9AE}" pid="5" name="MSIP_Label_7f850223-87a8-40c3-9eb2-432606efca2a_Owner">
    <vt:lpwstr>jasmin.baechle@bayer.com</vt:lpwstr>
  </property>
  <property fmtid="{D5CDD505-2E9C-101B-9397-08002B2CF9AE}" pid="6" name="MSIP_Label_7f850223-87a8-40c3-9eb2-432606efca2a_SetDate">
    <vt:lpwstr>2021-11-05T18:44:48.7414386Z</vt:lpwstr>
  </property>
  <property fmtid="{D5CDD505-2E9C-101B-9397-08002B2CF9AE}" pid="7" name="MSIP_Label_7f850223-87a8-40c3-9eb2-432606efca2a_Name">
    <vt:lpwstr>NO CLASSIFICATION</vt:lpwstr>
  </property>
  <property fmtid="{D5CDD505-2E9C-101B-9397-08002B2CF9AE}" pid="8" name="MSIP_Label_7f850223-87a8-40c3-9eb2-432606efca2a_Application">
    <vt:lpwstr>Microsoft Azure Information Protection</vt:lpwstr>
  </property>
  <property fmtid="{D5CDD505-2E9C-101B-9397-08002B2CF9AE}" pid="9" name="MSIP_Label_7f850223-87a8-40c3-9eb2-432606efca2a_Extended_MSFT_Method">
    <vt:lpwstr>Manual</vt:lpwstr>
  </property>
  <property fmtid="{D5CDD505-2E9C-101B-9397-08002B2CF9AE}" pid="10" name="Sensitivity">
    <vt:lpwstr>NO CLASSIFICATION</vt:lpwstr>
  </property>
</Properties>
</file>